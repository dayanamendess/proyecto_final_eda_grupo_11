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6" r:id="rId9"/>
    <p:sldId id="267" r:id="rId10"/>
    <p:sldId id="265" r:id="rId11"/>
    <p:sldId id="264" r:id="rId12"/>
    <p:sldId id="263" r:id="rId13"/>
  </p:sldIdLst>
  <p:sldSz cx="12193588"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1">
          <p15:clr>
            <a:srgbClr val="A4A3A4"/>
          </p15:clr>
        </p15:guide>
        <p15:guide id="2" pos="3842">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8" roundtripDataSignature="AMtx7miTI88jH5fMSF/8B/MZnq49EXyg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940" y="52"/>
      </p:cViewPr>
      <p:guideLst>
        <p:guide orient="horz" pos="2161"/>
        <p:guide pos="384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customschemas.google.com/relationships/presentationmetadata" Target="meta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 name="Google Shape;7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1" name="Google Shape;8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35cbccde106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8" name="Google Shape;88;g35cbccde106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g35cbccde106_1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5" name="Google Shape;95;g35cbccde106_1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5dac31064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g35dac31064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5dac310645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9" name="Google Shape;109;g35dac310645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35cbccde106_1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6" name="Google Shape;116;g35cbccde106_1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3" name="Google Shape;123;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p:cSld name="Diapositiva de título">
    <p:spTree>
      <p:nvGrpSpPr>
        <p:cNvPr id="1" name="Shape 8"/>
        <p:cNvGrpSpPr/>
        <p:nvPr/>
      </p:nvGrpSpPr>
      <p:grpSpPr>
        <a:xfrm>
          <a:off x="0" y="0"/>
          <a:ext cx="0" cy="0"/>
          <a:chOff x="0" y="0"/>
          <a:chExt cx="0" cy="0"/>
        </a:xfrm>
      </p:grpSpPr>
      <p:pic>
        <p:nvPicPr>
          <p:cNvPr id="9" name="Google Shape;9;p15"/>
          <p:cNvPicPr preferRelativeResize="0"/>
          <p:nvPr/>
        </p:nvPicPr>
        <p:blipFill rotWithShape="1">
          <a:blip r:embed="rId2">
            <a:alphaModFix/>
          </a:blip>
          <a:srcRect/>
          <a:stretch/>
        </p:blipFill>
        <p:spPr>
          <a:xfrm>
            <a:off x="794" y="0"/>
            <a:ext cx="12192000" cy="685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p:cSld name="Título y objetos">
    <p:spTree>
      <p:nvGrpSpPr>
        <p:cNvPr id="1" name="Shape 10"/>
        <p:cNvGrpSpPr/>
        <p:nvPr/>
      </p:nvGrpSpPr>
      <p:grpSpPr>
        <a:xfrm>
          <a:off x="0" y="0"/>
          <a:ext cx="0" cy="0"/>
          <a:chOff x="0" y="0"/>
          <a:chExt cx="0" cy="0"/>
        </a:xfrm>
      </p:grpSpPr>
      <p:pic>
        <p:nvPicPr>
          <p:cNvPr id="11" name="Google Shape;11;p16"/>
          <p:cNvPicPr preferRelativeResize="0"/>
          <p:nvPr/>
        </p:nvPicPr>
        <p:blipFill rotWithShape="1">
          <a:blip r:embed="rId2">
            <a:alphaModFix/>
          </a:blip>
          <a:srcRect/>
          <a:stretch/>
        </p:blipFill>
        <p:spPr>
          <a:xfrm>
            <a:off x="6433" y="0"/>
            <a:ext cx="12180722" cy="6858000"/>
          </a:xfrm>
          <a:prstGeom prst="rect">
            <a:avLst/>
          </a:prstGeom>
          <a:noFill/>
          <a:ln>
            <a:noFill/>
          </a:ln>
        </p:spPr>
      </p:pic>
      <p:pic>
        <p:nvPicPr>
          <p:cNvPr id="12" name="Google Shape;12;p16"/>
          <p:cNvPicPr preferRelativeResize="0"/>
          <p:nvPr/>
        </p:nvPicPr>
        <p:blipFill rotWithShape="1">
          <a:blip r:embed="rId3">
            <a:alphaModFix/>
          </a:blip>
          <a:srcRect/>
          <a:stretch/>
        </p:blipFill>
        <p:spPr>
          <a:xfrm>
            <a:off x="3261" y="1388"/>
            <a:ext cx="12187066" cy="6855224"/>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13"/>
        <p:cNvGrpSpPr/>
        <p:nvPr/>
      </p:nvGrpSpPr>
      <p:grpSpPr>
        <a:xfrm>
          <a:off x="0" y="0"/>
          <a:ext cx="0" cy="0"/>
          <a:chOff x="0" y="0"/>
          <a:chExt cx="0" cy="0"/>
        </a:xfrm>
      </p:grpSpPr>
      <p:sp>
        <p:nvSpPr>
          <p:cNvPr id="14" name="Google Shape;14;p17"/>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15" name="Google Shape;15;p17"/>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16" name="Google Shape;16;p17"/>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17"/>
        <p:cNvGrpSpPr/>
        <p:nvPr/>
      </p:nvGrpSpPr>
      <p:grpSpPr>
        <a:xfrm>
          <a:off x="0" y="0"/>
          <a:ext cx="0" cy="0"/>
          <a:chOff x="0" y="0"/>
          <a:chExt cx="0" cy="0"/>
        </a:xfrm>
      </p:grpSpPr>
      <p:sp>
        <p:nvSpPr>
          <p:cNvPr id="18" name="Google Shape;18;p18"/>
          <p:cNvSpPr txBox="1">
            <a:spLocks noGrp="1"/>
          </p:cNvSpPr>
          <p:nvPr>
            <p:ph type="title"/>
          </p:nvPr>
        </p:nvSpPr>
        <p:spPr>
          <a:xfrm>
            <a:off x="963211" y="4406902"/>
            <a:ext cx="10364550" cy="1362075"/>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Clr>
                <a:schemeClr val="dk1"/>
              </a:buClr>
              <a:buSzPts val="4819"/>
              <a:buFont typeface="Calibri"/>
              <a:buNone/>
              <a:defRPr sz="4819"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9" name="Google Shape;19;p18"/>
          <p:cNvSpPr txBox="1">
            <a:spLocks noGrp="1"/>
          </p:cNvSpPr>
          <p:nvPr>
            <p:ph type="body" idx="1"/>
          </p:nvPr>
        </p:nvSpPr>
        <p:spPr>
          <a:xfrm>
            <a:off x="963211" y="2906715"/>
            <a:ext cx="10364550" cy="1500187"/>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469"/>
              </a:spcBef>
              <a:spcAft>
                <a:spcPts val="0"/>
              </a:spcAft>
              <a:buClr>
                <a:srgbClr val="888888"/>
              </a:buClr>
              <a:buSzPts val="2344"/>
              <a:buFont typeface="Arial"/>
              <a:buNone/>
              <a:defRPr sz="2344" b="0" i="0" u="none" strike="noStrike" cap="none">
                <a:solidFill>
                  <a:srgbClr val="888888"/>
                </a:solidFill>
                <a:latin typeface="Calibri"/>
                <a:ea typeface="Calibri"/>
                <a:cs typeface="Calibri"/>
                <a:sym typeface="Calibri"/>
              </a:defRPr>
            </a:lvl1pPr>
            <a:lvl2pPr marL="914400" marR="0" lvl="1" indent="-228600" algn="l" rtl="0">
              <a:spcBef>
                <a:spcPts val="443"/>
              </a:spcBef>
              <a:spcAft>
                <a:spcPts val="0"/>
              </a:spcAft>
              <a:buClr>
                <a:srgbClr val="888888"/>
              </a:buClr>
              <a:buSzPts val="2214"/>
              <a:buFont typeface="Arial"/>
              <a:buNone/>
              <a:defRPr sz="2214" b="0" i="0" u="none" strike="noStrike" cap="none">
                <a:solidFill>
                  <a:srgbClr val="888888"/>
                </a:solidFill>
                <a:latin typeface="Calibri"/>
                <a:ea typeface="Calibri"/>
                <a:cs typeface="Calibri"/>
                <a:sym typeface="Calibri"/>
              </a:defRPr>
            </a:lvl2pPr>
            <a:lvl3pPr marL="1371600" marR="0" lvl="2" indent="-228600" algn="l" rtl="0">
              <a:spcBef>
                <a:spcPts val="391"/>
              </a:spcBef>
              <a:spcAft>
                <a:spcPts val="0"/>
              </a:spcAft>
              <a:buClr>
                <a:srgbClr val="888888"/>
              </a:buClr>
              <a:buSzPts val="1954"/>
              <a:buFont typeface="Arial"/>
              <a:buNone/>
              <a:defRPr sz="1954" b="0" i="0" u="none" strike="noStrike" cap="none">
                <a:solidFill>
                  <a:srgbClr val="888888"/>
                </a:solidFill>
                <a:latin typeface="Calibri"/>
                <a:ea typeface="Calibri"/>
                <a:cs typeface="Calibri"/>
                <a:sym typeface="Calibri"/>
              </a:defRPr>
            </a:lvl3pPr>
            <a:lvl4pPr marL="1828800" marR="0" lvl="3" indent="-228600" algn="l" rtl="0">
              <a:spcBef>
                <a:spcPts val="339"/>
              </a:spcBef>
              <a:spcAft>
                <a:spcPts val="0"/>
              </a:spcAft>
              <a:buClr>
                <a:srgbClr val="888888"/>
              </a:buClr>
              <a:buSzPts val="1693"/>
              <a:buFont typeface="Arial"/>
              <a:buNone/>
              <a:defRPr sz="1693" b="0" i="0" u="none" strike="noStrike" cap="none">
                <a:solidFill>
                  <a:srgbClr val="888888"/>
                </a:solidFill>
                <a:latin typeface="Calibri"/>
                <a:ea typeface="Calibri"/>
                <a:cs typeface="Calibri"/>
                <a:sym typeface="Calibri"/>
              </a:defRPr>
            </a:lvl4pPr>
            <a:lvl5pPr marL="2286000" marR="0" lvl="4" indent="-228600" algn="l" rtl="0">
              <a:spcBef>
                <a:spcPts val="339"/>
              </a:spcBef>
              <a:spcAft>
                <a:spcPts val="0"/>
              </a:spcAft>
              <a:buClr>
                <a:srgbClr val="888888"/>
              </a:buClr>
              <a:buSzPts val="1693"/>
              <a:buFont typeface="Arial"/>
              <a:buNone/>
              <a:defRPr sz="1693" b="0" i="0" u="none" strike="noStrike" cap="none">
                <a:solidFill>
                  <a:srgbClr val="888888"/>
                </a:solidFill>
                <a:latin typeface="Calibri"/>
                <a:ea typeface="Calibri"/>
                <a:cs typeface="Calibri"/>
                <a:sym typeface="Calibri"/>
              </a:defRPr>
            </a:lvl5pPr>
            <a:lvl6pPr marL="2743200" marR="0" lvl="5" indent="-228600" algn="l" rtl="0">
              <a:spcBef>
                <a:spcPts val="339"/>
              </a:spcBef>
              <a:spcAft>
                <a:spcPts val="0"/>
              </a:spcAft>
              <a:buClr>
                <a:srgbClr val="888888"/>
              </a:buClr>
              <a:buSzPts val="1693"/>
              <a:buFont typeface="Arial"/>
              <a:buNone/>
              <a:defRPr sz="1693" b="0" i="0" u="none" strike="noStrike" cap="none">
                <a:solidFill>
                  <a:srgbClr val="888888"/>
                </a:solidFill>
                <a:latin typeface="Calibri"/>
                <a:ea typeface="Calibri"/>
                <a:cs typeface="Calibri"/>
                <a:sym typeface="Calibri"/>
              </a:defRPr>
            </a:lvl6pPr>
            <a:lvl7pPr marL="3200400" marR="0" lvl="6" indent="-228600" algn="l" rtl="0">
              <a:spcBef>
                <a:spcPts val="339"/>
              </a:spcBef>
              <a:spcAft>
                <a:spcPts val="0"/>
              </a:spcAft>
              <a:buClr>
                <a:srgbClr val="888888"/>
              </a:buClr>
              <a:buSzPts val="1693"/>
              <a:buFont typeface="Arial"/>
              <a:buNone/>
              <a:defRPr sz="1693" b="0" i="0" u="none" strike="noStrike" cap="none">
                <a:solidFill>
                  <a:srgbClr val="888888"/>
                </a:solidFill>
                <a:latin typeface="Calibri"/>
                <a:ea typeface="Calibri"/>
                <a:cs typeface="Calibri"/>
                <a:sym typeface="Calibri"/>
              </a:defRPr>
            </a:lvl7pPr>
            <a:lvl8pPr marL="3657600" marR="0" lvl="7" indent="-228600" algn="l" rtl="0">
              <a:spcBef>
                <a:spcPts val="339"/>
              </a:spcBef>
              <a:spcAft>
                <a:spcPts val="0"/>
              </a:spcAft>
              <a:buClr>
                <a:srgbClr val="888888"/>
              </a:buClr>
              <a:buSzPts val="1693"/>
              <a:buFont typeface="Arial"/>
              <a:buNone/>
              <a:defRPr sz="1693" b="0" i="0" u="none" strike="noStrike" cap="none">
                <a:solidFill>
                  <a:srgbClr val="888888"/>
                </a:solidFill>
                <a:latin typeface="Calibri"/>
                <a:ea typeface="Calibri"/>
                <a:cs typeface="Calibri"/>
                <a:sym typeface="Calibri"/>
              </a:defRPr>
            </a:lvl8pPr>
            <a:lvl9pPr marL="4114800" marR="0" lvl="8" indent="-228600" algn="l" rtl="0">
              <a:spcBef>
                <a:spcPts val="339"/>
              </a:spcBef>
              <a:spcAft>
                <a:spcPts val="0"/>
              </a:spcAft>
              <a:buClr>
                <a:srgbClr val="888888"/>
              </a:buClr>
              <a:buSzPts val="1693"/>
              <a:buFont typeface="Arial"/>
              <a:buNone/>
              <a:defRPr sz="1693" b="0" i="0" u="none" strike="noStrike" cap="none">
                <a:solidFill>
                  <a:srgbClr val="888888"/>
                </a:solidFill>
                <a:latin typeface="Calibri"/>
                <a:ea typeface="Calibri"/>
                <a:cs typeface="Calibri"/>
                <a:sym typeface="Calibri"/>
              </a:defRPr>
            </a:lvl9pPr>
          </a:lstStyle>
          <a:p>
            <a:endParaRPr/>
          </a:p>
        </p:txBody>
      </p:sp>
      <p:sp>
        <p:nvSpPr>
          <p:cNvPr id="20" name="Google Shape;20;p18"/>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21" name="Google Shape;21;p18"/>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22" name="Google Shape;22;p18"/>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23"/>
        <p:cNvGrpSpPr/>
        <p:nvPr/>
      </p:nvGrpSpPr>
      <p:grpSpPr>
        <a:xfrm>
          <a:off x="0" y="0"/>
          <a:ext cx="0" cy="0"/>
          <a:chOff x="0" y="0"/>
          <a:chExt cx="0" cy="0"/>
        </a:xfrm>
      </p:grpSpPr>
      <p:sp>
        <p:nvSpPr>
          <p:cNvPr id="24" name="Google Shape;24;p19"/>
          <p:cNvSpPr txBox="1">
            <a:spLocks noGrp="1"/>
          </p:cNvSpPr>
          <p:nvPr>
            <p:ph type="title"/>
          </p:nvPr>
        </p:nvSpPr>
        <p:spPr>
          <a:xfrm>
            <a:off x="609681" y="274638"/>
            <a:ext cx="1097423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5340"/>
              <a:buFont typeface="Calibri"/>
              <a:buNone/>
              <a:defRPr sz="534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25" name="Google Shape;25;p19"/>
          <p:cNvSpPr txBox="1">
            <a:spLocks noGrp="1"/>
          </p:cNvSpPr>
          <p:nvPr>
            <p:ph type="body" idx="1"/>
          </p:nvPr>
        </p:nvSpPr>
        <p:spPr>
          <a:xfrm>
            <a:off x="609679" y="1600200"/>
            <a:ext cx="5385501" cy="4525963"/>
          </a:xfrm>
          <a:prstGeom prst="rect">
            <a:avLst/>
          </a:prstGeom>
          <a:noFill/>
          <a:ln>
            <a:noFill/>
          </a:ln>
        </p:spPr>
        <p:txBody>
          <a:bodyPr spcFirstLastPara="1" wrap="square" lIns="91425" tIns="45700" rIns="91425" bIns="45700" anchor="t" anchorCtr="0">
            <a:noAutofit/>
          </a:bodyPr>
          <a:lstStyle>
            <a:lvl1pPr marL="457200" marR="0" lvl="0" indent="-443674" algn="l" rtl="0">
              <a:spcBef>
                <a:spcPts val="677"/>
              </a:spcBef>
              <a:spcAft>
                <a:spcPts val="0"/>
              </a:spcAft>
              <a:buClr>
                <a:schemeClr val="dk1"/>
              </a:buClr>
              <a:buSzPts val="3387"/>
              <a:buFont typeface="Arial"/>
              <a:buChar char="•"/>
              <a:defRPr sz="3387" b="0" i="0" u="none" strike="noStrike" cap="none">
                <a:solidFill>
                  <a:schemeClr val="dk1"/>
                </a:solidFill>
                <a:latin typeface="Calibri"/>
                <a:ea typeface="Calibri"/>
                <a:cs typeface="Calibri"/>
                <a:sym typeface="Calibri"/>
              </a:defRPr>
            </a:lvl1pPr>
            <a:lvl2pPr marL="914400" marR="0" lvl="1" indent="-410527" algn="l" rtl="0">
              <a:spcBef>
                <a:spcPts val="573"/>
              </a:spcBef>
              <a:spcAft>
                <a:spcPts val="0"/>
              </a:spcAft>
              <a:buClr>
                <a:schemeClr val="dk1"/>
              </a:buClr>
              <a:buSzPts val="2865"/>
              <a:buFont typeface="Arial"/>
              <a:buChar char="–"/>
              <a:defRPr sz="2865" b="0" i="0" u="none" strike="noStrike" cap="none">
                <a:solidFill>
                  <a:schemeClr val="dk1"/>
                </a:solidFill>
                <a:latin typeface="Calibri"/>
                <a:ea typeface="Calibri"/>
                <a:cs typeface="Calibri"/>
                <a:sym typeface="Calibri"/>
              </a:defRPr>
            </a:lvl2pPr>
            <a:lvl3pPr marL="1371600" marR="0" lvl="2"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3pPr>
            <a:lvl4pPr marL="1828800" marR="0" lvl="3"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4pPr>
            <a:lvl5pPr marL="2286000" marR="0" lvl="4"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5pPr>
            <a:lvl6pPr marL="2743200" marR="0" lvl="5"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6pPr>
            <a:lvl7pPr marL="3200400" marR="0" lvl="6"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7pPr>
            <a:lvl8pPr marL="3657600" marR="0" lvl="7"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8pPr>
            <a:lvl9pPr marL="4114800" marR="0" lvl="8"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9pPr>
          </a:lstStyle>
          <a:p>
            <a:endParaRPr/>
          </a:p>
        </p:txBody>
      </p:sp>
      <p:sp>
        <p:nvSpPr>
          <p:cNvPr id="26" name="Google Shape;26;p19"/>
          <p:cNvSpPr txBox="1">
            <a:spLocks noGrp="1"/>
          </p:cNvSpPr>
          <p:nvPr>
            <p:ph type="body" idx="2"/>
          </p:nvPr>
        </p:nvSpPr>
        <p:spPr>
          <a:xfrm>
            <a:off x="6198409" y="1600200"/>
            <a:ext cx="5385501" cy="4525963"/>
          </a:xfrm>
          <a:prstGeom prst="rect">
            <a:avLst/>
          </a:prstGeom>
          <a:noFill/>
          <a:ln>
            <a:noFill/>
          </a:ln>
        </p:spPr>
        <p:txBody>
          <a:bodyPr spcFirstLastPara="1" wrap="square" lIns="91425" tIns="45700" rIns="91425" bIns="45700" anchor="t" anchorCtr="0">
            <a:noAutofit/>
          </a:bodyPr>
          <a:lstStyle>
            <a:lvl1pPr marL="457200" marR="0" lvl="0" indent="-443674" algn="l" rtl="0">
              <a:spcBef>
                <a:spcPts val="677"/>
              </a:spcBef>
              <a:spcAft>
                <a:spcPts val="0"/>
              </a:spcAft>
              <a:buClr>
                <a:schemeClr val="dk1"/>
              </a:buClr>
              <a:buSzPts val="3387"/>
              <a:buFont typeface="Arial"/>
              <a:buChar char="•"/>
              <a:defRPr sz="3387" b="0" i="0" u="none" strike="noStrike" cap="none">
                <a:solidFill>
                  <a:schemeClr val="dk1"/>
                </a:solidFill>
                <a:latin typeface="Calibri"/>
                <a:ea typeface="Calibri"/>
                <a:cs typeface="Calibri"/>
                <a:sym typeface="Calibri"/>
              </a:defRPr>
            </a:lvl1pPr>
            <a:lvl2pPr marL="914400" marR="0" lvl="1" indent="-410527" algn="l" rtl="0">
              <a:spcBef>
                <a:spcPts val="573"/>
              </a:spcBef>
              <a:spcAft>
                <a:spcPts val="0"/>
              </a:spcAft>
              <a:buClr>
                <a:schemeClr val="dk1"/>
              </a:buClr>
              <a:buSzPts val="2865"/>
              <a:buFont typeface="Arial"/>
              <a:buChar char="–"/>
              <a:defRPr sz="2865" b="0" i="0" u="none" strike="noStrike" cap="none">
                <a:solidFill>
                  <a:schemeClr val="dk1"/>
                </a:solidFill>
                <a:latin typeface="Calibri"/>
                <a:ea typeface="Calibri"/>
                <a:cs typeface="Calibri"/>
                <a:sym typeface="Calibri"/>
              </a:defRPr>
            </a:lvl2pPr>
            <a:lvl3pPr marL="1371600" marR="0" lvl="2"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3pPr>
            <a:lvl4pPr marL="1828800" marR="0" lvl="3"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4pPr>
            <a:lvl5pPr marL="2286000" marR="0" lvl="4"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5pPr>
            <a:lvl6pPr marL="2743200" marR="0" lvl="5"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6pPr>
            <a:lvl7pPr marL="3200400" marR="0" lvl="6"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7pPr>
            <a:lvl8pPr marL="3657600" marR="0" lvl="7"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8pPr>
            <a:lvl9pPr marL="4114800" marR="0" lvl="8"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9pPr>
          </a:lstStyle>
          <a:p>
            <a:endParaRPr/>
          </a:p>
        </p:txBody>
      </p:sp>
      <p:sp>
        <p:nvSpPr>
          <p:cNvPr id="27" name="Google Shape;27;p19"/>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28" name="Google Shape;28;p19"/>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29" name="Google Shape;29;p19"/>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30"/>
        <p:cNvGrpSpPr/>
        <p:nvPr/>
      </p:nvGrpSpPr>
      <p:grpSpPr>
        <a:xfrm>
          <a:off x="0" y="0"/>
          <a:ext cx="0" cy="0"/>
          <a:chOff x="0" y="0"/>
          <a:chExt cx="0" cy="0"/>
        </a:xfrm>
      </p:grpSpPr>
      <p:sp>
        <p:nvSpPr>
          <p:cNvPr id="31" name="Google Shape;31;p20"/>
          <p:cNvSpPr txBox="1">
            <a:spLocks noGrp="1"/>
          </p:cNvSpPr>
          <p:nvPr>
            <p:ph type="title"/>
          </p:nvPr>
        </p:nvSpPr>
        <p:spPr>
          <a:xfrm>
            <a:off x="609681" y="274638"/>
            <a:ext cx="1097423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5340"/>
              <a:buFont typeface="Calibri"/>
              <a:buNone/>
              <a:defRPr sz="534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32" name="Google Shape;32;p20"/>
          <p:cNvSpPr txBox="1">
            <a:spLocks noGrp="1"/>
          </p:cNvSpPr>
          <p:nvPr>
            <p:ph type="body" idx="1"/>
          </p:nvPr>
        </p:nvSpPr>
        <p:spPr>
          <a:xfrm>
            <a:off x="609679" y="1535113"/>
            <a:ext cx="5387619" cy="639763"/>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73"/>
              </a:spcBef>
              <a:spcAft>
                <a:spcPts val="0"/>
              </a:spcAft>
              <a:buClr>
                <a:schemeClr val="dk1"/>
              </a:buClr>
              <a:buSzPts val="2865"/>
              <a:buFont typeface="Arial"/>
              <a:buNone/>
              <a:defRPr sz="2865" b="1" i="0" u="none" strike="noStrike" cap="none">
                <a:solidFill>
                  <a:schemeClr val="dk1"/>
                </a:solidFill>
                <a:latin typeface="Calibri"/>
                <a:ea typeface="Calibri"/>
                <a:cs typeface="Calibri"/>
                <a:sym typeface="Calibri"/>
              </a:defRPr>
            </a:lvl1pPr>
            <a:lvl2pPr marL="914400" marR="0" lvl="1" indent="-228600" algn="l" rtl="0">
              <a:spcBef>
                <a:spcPts val="469"/>
              </a:spcBef>
              <a:spcAft>
                <a:spcPts val="0"/>
              </a:spcAft>
              <a:buClr>
                <a:schemeClr val="dk1"/>
              </a:buClr>
              <a:buSzPts val="2344"/>
              <a:buFont typeface="Arial"/>
              <a:buNone/>
              <a:defRPr sz="2344" b="1" i="0" u="none" strike="noStrike" cap="none">
                <a:solidFill>
                  <a:schemeClr val="dk1"/>
                </a:solidFill>
                <a:latin typeface="Calibri"/>
                <a:ea typeface="Calibri"/>
                <a:cs typeface="Calibri"/>
                <a:sym typeface="Calibri"/>
              </a:defRPr>
            </a:lvl2pPr>
            <a:lvl3pPr marL="1371600" marR="0" lvl="2" indent="-228600" algn="l" rtl="0">
              <a:spcBef>
                <a:spcPts val="443"/>
              </a:spcBef>
              <a:spcAft>
                <a:spcPts val="0"/>
              </a:spcAft>
              <a:buClr>
                <a:schemeClr val="dk1"/>
              </a:buClr>
              <a:buSzPts val="2214"/>
              <a:buFont typeface="Arial"/>
              <a:buNone/>
              <a:defRPr sz="2214" b="1" i="0" u="none" strike="noStrike" cap="none">
                <a:solidFill>
                  <a:schemeClr val="dk1"/>
                </a:solidFill>
                <a:latin typeface="Calibri"/>
                <a:ea typeface="Calibri"/>
                <a:cs typeface="Calibri"/>
                <a:sym typeface="Calibri"/>
              </a:defRPr>
            </a:lvl3pPr>
            <a:lvl4pPr marL="1828800" marR="0" lvl="3"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4pPr>
            <a:lvl5pPr marL="2286000" marR="0" lvl="4"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5pPr>
            <a:lvl6pPr marL="2743200" marR="0" lvl="5"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6pPr>
            <a:lvl7pPr marL="3200400" marR="0" lvl="6"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7pPr>
            <a:lvl8pPr marL="3657600" marR="0" lvl="7"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8pPr>
            <a:lvl9pPr marL="4114800" marR="0" lvl="8"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9pPr>
          </a:lstStyle>
          <a:p>
            <a:endParaRPr/>
          </a:p>
        </p:txBody>
      </p:sp>
      <p:sp>
        <p:nvSpPr>
          <p:cNvPr id="33" name="Google Shape;33;p20"/>
          <p:cNvSpPr txBox="1">
            <a:spLocks noGrp="1"/>
          </p:cNvSpPr>
          <p:nvPr>
            <p:ph type="body" idx="2"/>
          </p:nvPr>
        </p:nvSpPr>
        <p:spPr>
          <a:xfrm>
            <a:off x="609679" y="2174876"/>
            <a:ext cx="5387619" cy="3951288"/>
          </a:xfrm>
          <a:prstGeom prst="rect">
            <a:avLst/>
          </a:prstGeom>
          <a:noFill/>
          <a:ln>
            <a:noFill/>
          </a:ln>
        </p:spPr>
        <p:txBody>
          <a:bodyPr spcFirstLastPara="1" wrap="square" lIns="91425" tIns="45700" rIns="91425" bIns="45700" anchor="t" anchorCtr="0">
            <a:noAutofit/>
          </a:bodyPr>
          <a:lstStyle>
            <a:lvl1pPr marL="457200" marR="0" lvl="0" indent="-410527" algn="l" rtl="0">
              <a:spcBef>
                <a:spcPts val="573"/>
              </a:spcBef>
              <a:spcAft>
                <a:spcPts val="0"/>
              </a:spcAft>
              <a:buClr>
                <a:schemeClr val="dk1"/>
              </a:buClr>
              <a:buSzPts val="2865"/>
              <a:buFont typeface="Arial"/>
              <a:buChar char="•"/>
              <a:defRPr sz="2865" b="0" i="0" u="none" strike="noStrike" cap="none">
                <a:solidFill>
                  <a:schemeClr val="dk1"/>
                </a:solidFill>
                <a:latin typeface="Calibri"/>
                <a:ea typeface="Calibri"/>
                <a:cs typeface="Calibri"/>
                <a:sym typeface="Calibri"/>
              </a:defRPr>
            </a:lvl1pPr>
            <a:lvl2pPr marL="914400" marR="0" lvl="1"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2pPr>
            <a:lvl3pPr marL="1371600" marR="0" lvl="2"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3pPr>
            <a:lvl4pPr marL="1828800" marR="0" lvl="3" indent="-352679"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4pPr>
            <a:lvl5pPr marL="2286000" marR="0" lvl="4" indent="-352679"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5pPr>
            <a:lvl6pPr marL="2743200" marR="0" lvl="5" indent="-352679"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6pPr>
            <a:lvl7pPr marL="3200400" marR="0" lvl="6" indent="-352679"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7pPr>
            <a:lvl8pPr marL="3657600" marR="0" lvl="7" indent="-352678"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8pPr>
            <a:lvl9pPr marL="4114800" marR="0" lvl="8" indent="-352678"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9pPr>
          </a:lstStyle>
          <a:p>
            <a:endParaRPr/>
          </a:p>
        </p:txBody>
      </p:sp>
      <p:sp>
        <p:nvSpPr>
          <p:cNvPr id="34" name="Google Shape;34;p20"/>
          <p:cNvSpPr txBox="1">
            <a:spLocks noGrp="1"/>
          </p:cNvSpPr>
          <p:nvPr>
            <p:ph type="body" idx="3"/>
          </p:nvPr>
        </p:nvSpPr>
        <p:spPr>
          <a:xfrm>
            <a:off x="6194176" y="1535113"/>
            <a:ext cx="5389735" cy="639763"/>
          </a:xfrm>
          <a:prstGeom prst="rect">
            <a:avLst/>
          </a:prstGeom>
          <a:noFill/>
          <a:ln>
            <a:noFill/>
          </a:ln>
        </p:spPr>
        <p:txBody>
          <a:bodyPr spcFirstLastPara="1" wrap="square" lIns="91425" tIns="45700" rIns="91425" bIns="45700" anchor="b" anchorCtr="0">
            <a:noAutofit/>
          </a:bodyPr>
          <a:lstStyle>
            <a:lvl1pPr marL="457200" marR="0" lvl="0" indent="-228600" algn="l" rtl="0">
              <a:spcBef>
                <a:spcPts val="573"/>
              </a:spcBef>
              <a:spcAft>
                <a:spcPts val="0"/>
              </a:spcAft>
              <a:buClr>
                <a:schemeClr val="dk1"/>
              </a:buClr>
              <a:buSzPts val="2865"/>
              <a:buFont typeface="Arial"/>
              <a:buNone/>
              <a:defRPr sz="2865" b="1" i="0" u="none" strike="noStrike" cap="none">
                <a:solidFill>
                  <a:schemeClr val="dk1"/>
                </a:solidFill>
                <a:latin typeface="Calibri"/>
                <a:ea typeface="Calibri"/>
                <a:cs typeface="Calibri"/>
                <a:sym typeface="Calibri"/>
              </a:defRPr>
            </a:lvl1pPr>
            <a:lvl2pPr marL="914400" marR="0" lvl="1" indent="-228600" algn="l" rtl="0">
              <a:spcBef>
                <a:spcPts val="469"/>
              </a:spcBef>
              <a:spcAft>
                <a:spcPts val="0"/>
              </a:spcAft>
              <a:buClr>
                <a:schemeClr val="dk1"/>
              </a:buClr>
              <a:buSzPts val="2344"/>
              <a:buFont typeface="Arial"/>
              <a:buNone/>
              <a:defRPr sz="2344" b="1" i="0" u="none" strike="noStrike" cap="none">
                <a:solidFill>
                  <a:schemeClr val="dk1"/>
                </a:solidFill>
                <a:latin typeface="Calibri"/>
                <a:ea typeface="Calibri"/>
                <a:cs typeface="Calibri"/>
                <a:sym typeface="Calibri"/>
              </a:defRPr>
            </a:lvl2pPr>
            <a:lvl3pPr marL="1371600" marR="0" lvl="2" indent="-228600" algn="l" rtl="0">
              <a:spcBef>
                <a:spcPts val="443"/>
              </a:spcBef>
              <a:spcAft>
                <a:spcPts val="0"/>
              </a:spcAft>
              <a:buClr>
                <a:schemeClr val="dk1"/>
              </a:buClr>
              <a:buSzPts val="2214"/>
              <a:buFont typeface="Arial"/>
              <a:buNone/>
              <a:defRPr sz="2214" b="1" i="0" u="none" strike="noStrike" cap="none">
                <a:solidFill>
                  <a:schemeClr val="dk1"/>
                </a:solidFill>
                <a:latin typeface="Calibri"/>
                <a:ea typeface="Calibri"/>
                <a:cs typeface="Calibri"/>
                <a:sym typeface="Calibri"/>
              </a:defRPr>
            </a:lvl3pPr>
            <a:lvl4pPr marL="1828800" marR="0" lvl="3"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4pPr>
            <a:lvl5pPr marL="2286000" marR="0" lvl="4"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5pPr>
            <a:lvl6pPr marL="2743200" marR="0" lvl="5"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6pPr>
            <a:lvl7pPr marL="3200400" marR="0" lvl="6"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7pPr>
            <a:lvl8pPr marL="3657600" marR="0" lvl="7"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8pPr>
            <a:lvl9pPr marL="4114800" marR="0" lvl="8" indent="-228600" algn="l" rtl="0">
              <a:spcBef>
                <a:spcPts val="391"/>
              </a:spcBef>
              <a:spcAft>
                <a:spcPts val="0"/>
              </a:spcAft>
              <a:buClr>
                <a:schemeClr val="dk1"/>
              </a:buClr>
              <a:buSzPts val="1954"/>
              <a:buFont typeface="Arial"/>
              <a:buNone/>
              <a:defRPr sz="1954" b="1" i="0" u="none" strike="noStrike" cap="none">
                <a:solidFill>
                  <a:schemeClr val="dk1"/>
                </a:solidFill>
                <a:latin typeface="Calibri"/>
                <a:ea typeface="Calibri"/>
                <a:cs typeface="Calibri"/>
                <a:sym typeface="Calibri"/>
              </a:defRPr>
            </a:lvl9pPr>
          </a:lstStyle>
          <a:p>
            <a:endParaRPr/>
          </a:p>
        </p:txBody>
      </p:sp>
      <p:sp>
        <p:nvSpPr>
          <p:cNvPr id="35" name="Google Shape;35;p20"/>
          <p:cNvSpPr txBox="1">
            <a:spLocks noGrp="1"/>
          </p:cNvSpPr>
          <p:nvPr>
            <p:ph type="body" idx="4"/>
          </p:nvPr>
        </p:nvSpPr>
        <p:spPr>
          <a:xfrm>
            <a:off x="6194176" y="2174876"/>
            <a:ext cx="5389735" cy="3951288"/>
          </a:xfrm>
          <a:prstGeom prst="rect">
            <a:avLst/>
          </a:prstGeom>
          <a:noFill/>
          <a:ln>
            <a:noFill/>
          </a:ln>
        </p:spPr>
        <p:txBody>
          <a:bodyPr spcFirstLastPara="1" wrap="square" lIns="91425" tIns="45700" rIns="91425" bIns="45700" anchor="t" anchorCtr="0">
            <a:noAutofit/>
          </a:bodyPr>
          <a:lstStyle>
            <a:lvl1pPr marL="457200" marR="0" lvl="0" indent="-410527" algn="l" rtl="0">
              <a:spcBef>
                <a:spcPts val="573"/>
              </a:spcBef>
              <a:spcAft>
                <a:spcPts val="0"/>
              </a:spcAft>
              <a:buClr>
                <a:schemeClr val="dk1"/>
              </a:buClr>
              <a:buSzPts val="2865"/>
              <a:buFont typeface="Arial"/>
              <a:buChar char="•"/>
              <a:defRPr sz="2865" b="0" i="0" u="none" strike="noStrike" cap="none">
                <a:solidFill>
                  <a:schemeClr val="dk1"/>
                </a:solidFill>
                <a:latin typeface="Calibri"/>
                <a:ea typeface="Calibri"/>
                <a:cs typeface="Calibri"/>
                <a:sym typeface="Calibri"/>
              </a:defRPr>
            </a:lvl1pPr>
            <a:lvl2pPr marL="914400" marR="0" lvl="1"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2pPr>
            <a:lvl3pPr marL="1371600" marR="0" lvl="2" indent="-369189" algn="l" rtl="0">
              <a:spcBef>
                <a:spcPts val="443"/>
              </a:spcBef>
              <a:spcAft>
                <a:spcPts val="0"/>
              </a:spcAft>
              <a:buClr>
                <a:schemeClr val="dk1"/>
              </a:buClr>
              <a:buSzPts val="2214"/>
              <a:buFont typeface="Arial"/>
              <a:buChar char="•"/>
              <a:defRPr sz="2214" b="0" i="0" u="none" strike="noStrike" cap="none">
                <a:solidFill>
                  <a:schemeClr val="dk1"/>
                </a:solidFill>
                <a:latin typeface="Calibri"/>
                <a:ea typeface="Calibri"/>
                <a:cs typeface="Calibri"/>
                <a:sym typeface="Calibri"/>
              </a:defRPr>
            </a:lvl3pPr>
            <a:lvl4pPr marL="1828800" marR="0" lvl="3" indent="-352679"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4pPr>
            <a:lvl5pPr marL="2286000" marR="0" lvl="4" indent="-352679"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5pPr>
            <a:lvl6pPr marL="2743200" marR="0" lvl="5" indent="-352679"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6pPr>
            <a:lvl7pPr marL="3200400" marR="0" lvl="6" indent="-352679"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7pPr>
            <a:lvl8pPr marL="3657600" marR="0" lvl="7" indent="-352678"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8pPr>
            <a:lvl9pPr marL="4114800" marR="0" lvl="8" indent="-352678" algn="l" rtl="0">
              <a:spcBef>
                <a:spcPts val="391"/>
              </a:spcBef>
              <a:spcAft>
                <a:spcPts val="0"/>
              </a:spcAft>
              <a:buClr>
                <a:schemeClr val="dk1"/>
              </a:buClr>
              <a:buSzPts val="1954"/>
              <a:buFont typeface="Arial"/>
              <a:buChar char="•"/>
              <a:defRPr sz="1954" b="0" i="0" u="none" strike="noStrike" cap="none">
                <a:solidFill>
                  <a:schemeClr val="dk1"/>
                </a:solidFill>
                <a:latin typeface="Calibri"/>
                <a:ea typeface="Calibri"/>
                <a:cs typeface="Calibri"/>
                <a:sym typeface="Calibri"/>
              </a:defRPr>
            </a:lvl9pPr>
          </a:lstStyle>
          <a:p>
            <a:endParaRPr/>
          </a:p>
        </p:txBody>
      </p:sp>
      <p:sp>
        <p:nvSpPr>
          <p:cNvPr id="36" name="Google Shape;36;p20"/>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37" name="Google Shape;37;p20"/>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38" name="Google Shape;38;p20"/>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ólo el título" type="titleOnly">
  <p:cSld name="TITLE_ONLY">
    <p:spTree>
      <p:nvGrpSpPr>
        <p:cNvPr id="1" name="Shape 39"/>
        <p:cNvGrpSpPr/>
        <p:nvPr/>
      </p:nvGrpSpPr>
      <p:grpSpPr>
        <a:xfrm>
          <a:off x="0" y="0"/>
          <a:ext cx="0" cy="0"/>
          <a:chOff x="0" y="0"/>
          <a:chExt cx="0" cy="0"/>
        </a:xfrm>
      </p:grpSpPr>
      <p:sp>
        <p:nvSpPr>
          <p:cNvPr id="40" name="Google Shape;40;p21"/>
          <p:cNvSpPr txBox="1">
            <a:spLocks noGrp="1"/>
          </p:cNvSpPr>
          <p:nvPr>
            <p:ph type="title"/>
          </p:nvPr>
        </p:nvSpPr>
        <p:spPr>
          <a:xfrm>
            <a:off x="609681" y="274638"/>
            <a:ext cx="1097423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5340"/>
              <a:buFont typeface="Calibri"/>
              <a:buNone/>
              <a:defRPr sz="534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1" name="Google Shape;41;p21"/>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42" name="Google Shape;42;p21"/>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43" name="Google Shape;43;p21"/>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44"/>
        <p:cNvGrpSpPr/>
        <p:nvPr/>
      </p:nvGrpSpPr>
      <p:grpSpPr>
        <a:xfrm>
          <a:off x="0" y="0"/>
          <a:ext cx="0" cy="0"/>
          <a:chOff x="0" y="0"/>
          <a:chExt cx="0" cy="0"/>
        </a:xfrm>
      </p:grpSpPr>
      <p:sp>
        <p:nvSpPr>
          <p:cNvPr id="45" name="Google Shape;45;p22"/>
          <p:cNvSpPr txBox="1">
            <a:spLocks noGrp="1"/>
          </p:cNvSpPr>
          <p:nvPr>
            <p:ph type="title"/>
          </p:nvPr>
        </p:nvSpPr>
        <p:spPr>
          <a:xfrm>
            <a:off x="609682" y="273051"/>
            <a:ext cx="4011605" cy="116204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344"/>
              <a:buFont typeface="Calibri"/>
              <a:buNone/>
              <a:defRPr sz="2344"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6" name="Google Shape;46;p22"/>
          <p:cNvSpPr txBox="1">
            <a:spLocks noGrp="1"/>
          </p:cNvSpPr>
          <p:nvPr>
            <p:ph type="body" idx="1"/>
          </p:nvPr>
        </p:nvSpPr>
        <p:spPr>
          <a:xfrm>
            <a:off x="4767355" y="273051"/>
            <a:ext cx="6816554" cy="5853113"/>
          </a:xfrm>
          <a:prstGeom prst="rect">
            <a:avLst/>
          </a:prstGeom>
          <a:noFill/>
          <a:ln>
            <a:noFill/>
          </a:ln>
        </p:spPr>
        <p:txBody>
          <a:bodyPr spcFirstLastPara="1" wrap="square" lIns="91425" tIns="45700" rIns="91425" bIns="45700" anchor="t" anchorCtr="0">
            <a:noAutofit/>
          </a:bodyPr>
          <a:lstStyle>
            <a:lvl1pPr marL="457200" marR="0" lvl="0" indent="-476694" algn="l" rtl="0">
              <a:spcBef>
                <a:spcPts val="781"/>
              </a:spcBef>
              <a:spcAft>
                <a:spcPts val="0"/>
              </a:spcAft>
              <a:buClr>
                <a:schemeClr val="dk1"/>
              </a:buClr>
              <a:buSzPts val="3907"/>
              <a:buFont typeface="Arial"/>
              <a:buChar char="•"/>
              <a:defRPr sz="3907" b="0" i="0" u="none" strike="noStrike" cap="none">
                <a:solidFill>
                  <a:schemeClr val="dk1"/>
                </a:solidFill>
                <a:latin typeface="Calibri"/>
                <a:ea typeface="Calibri"/>
                <a:cs typeface="Calibri"/>
                <a:sym typeface="Calibri"/>
              </a:defRPr>
            </a:lvl1pPr>
            <a:lvl2pPr marL="914400" marR="0" lvl="1" indent="-443674" algn="l" rtl="0">
              <a:spcBef>
                <a:spcPts val="677"/>
              </a:spcBef>
              <a:spcAft>
                <a:spcPts val="0"/>
              </a:spcAft>
              <a:buClr>
                <a:schemeClr val="dk1"/>
              </a:buClr>
              <a:buSzPts val="3387"/>
              <a:buFont typeface="Arial"/>
              <a:buChar char="–"/>
              <a:defRPr sz="3387" b="0" i="0" u="none" strike="noStrike" cap="none">
                <a:solidFill>
                  <a:schemeClr val="dk1"/>
                </a:solidFill>
                <a:latin typeface="Calibri"/>
                <a:ea typeface="Calibri"/>
                <a:cs typeface="Calibri"/>
                <a:sym typeface="Calibri"/>
              </a:defRPr>
            </a:lvl2pPr>
            <a:lvl3pPr marL="1371600" marR="0" lvl="2" indent="-410527" algn="l" rtl="0">
              <a:spcBef>
                <a:spcPts val="573"/>
              </a:spcBef>
              <a:spcAft>
                <a:spcPts val="0"/>
              </a:spcAft>
              <a:buClr>
                <a:schemeClr val="dk1"/>
              </a:buClr>
              <a:buSzPts val="2865"/>
              <a:buFont typeface="Arial"/>
              <a:buChar char="•"/>
              <a:defRPr sz="2865" b="0" i="0" u="none" strike="noStrike" cap="none">
                <a:solidFill>
                  <a:schemeClr val="dk1"/>
                </a:solidFill>
                <a:latin typeface="Calibri"/>
                <a:ea typeface="Calibri"/>
                <a:cs typeface="Calibri"/>
                <a:sym typeface="Calibri"/>
              </a:defRPr>
            </a:lvl3pPr>
            <a:lvl4pPr marL="1828800" marR="0" lvl="3"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4pPr>
            <a:lvl5pPr marL="2286000" marR="0" lvl="4"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5pPr>
            <a:lvl6pPr marL="2743200" marR="0" lvl="5"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6pPr>
            <a:lvl7pPr marL="3200400" marR="0" lvl="6"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7pPr>
            <a:lvl8pPr marL="3657600" marR="0" lvl="7"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8pPr>
            <a:lvl9pPr marL="4114800" marR="0" lvl="8"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9pPr>
          </a:lstStyle>
          <a:p>
            <a:endParaRPr/>
          </a:p>
        </p:txBody>
      </p:sp>
      <p:sp>
        <p:nvSpPr>
          <p:cNvPr id="47" name="Google Shape;47;p22"/>
          <p:cNvSpPr txBox="1">
            <a:spLocks noGrp="1"/>
          </p:cNvSpPr>
          <p:nvPr>
            <p:ph type="body" idx="2"/>
          </p:nvPr>
        </p:nvSpPr>
        <p:spPr>
          <a:xfrm>
            <a:off x="609682" y="1435102"/>
            <a:ext cx="4011605" cy="46910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39"/>
              </a:spcBef>
              <a:spcAft>
                <a:spcPts val="0"/>
              </a:spcAft>
              <a:buClr>
                <a:schemeClr val="dk1"/>
              </a:buClr>
              <a:buSzPts val="1693"/>
              <a:buFont typeface="Arial"/>
              <a:buNone/>
              <a:defRPr sz="1693" b="0" i="0" u="none" strike="noStrike" cap="none">
                <a:solidFill>
                  <a:schemeClr val="dk1"/>
                </a:solidFill>
                <a:latin typeface="Calibri"/>
                <a:ea typeface="Calibri"/>
                <a:cs typeface="Calibri"/>
                <a:sym typeface="Calibri"/>
              </a:defRPr>
            </a:lvl1pPr>
            <a:lvl2pPr marL="914400" marR="0" lvl="1" indent="-228600" algn="l" rtl="0">
              <a:spcBef>
                <a:spcPts val="287"/>
              </a:spcBef>
              <a:spcAft>
                <a:spcPts val="0"/>
              </a:spcAft>
              <a:buClr>
                <a:schemeClr val="dk1"/>
              </a:buClr>
              <a:buSzPts val="1433"/>
              <a:buFont typeface="Arial"/>
              <a:buNone/>
              <a:defRPr sz="1433" b="0" i="0" u="none" strike="noStrike" cap="none">
                <a:solidFill>
                  <a:schemeClr val="dk1"/>
                </a:solidFill>
                <a:latin typeface="Calibri"/>
                <a:ea typeface="Calibri"/>
                <a:cs typeface="Calibri"/>
                <a:sym typeface="Calibri"/>
              </a:defRPr>
            </a:lvl2pPr>
            <a:lvl3pPr marL="1371600" marR="0" lvl="2" indent="-228600" algn="l" rtl="0">
              <a:spcBef>
                <a:spcPts val="234"/>
              </a:spcBef>
              <a:spcAft>
                <a:spcPts val="0"/>
              </a:spcAft>
              <a:buClr>
                <a:schemeClr val="dk1"/>
              </a:buClr>
              <a:buSzPts val="1172"/>
              <a:buFont typeface="Arial"/>
              <a:buNone/>
              <a:defRPr sz="1172" b="0" i="0" u="none" strike="noStrike" cap="none">
                <a:solidFill>
                  <a:schemeClr val="dk1"/>
                </a:solidFill>
                <a:latin typeface="Calibri"/>
                <a:ea typeface="Calibri"/>
                <a:cs typeface="Calibri"/>
                <a:sym typeface="Calibri"/>
              </a:defRPr>
            </a:lvl3pPr>
            <a:lvl4pPr marL="1828800" marR="0" lvl="3"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4pPr>
            <a:lvl5pPr marL="2286000" marR="0" lvl="4"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5pPr>
            <a:lvl6pPr marL="2743200" marR="0" lvl="5"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6pPr>
            <a:lvl7pPr marL="3200400" marR="0" lvl="6"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7pPr>
            <a:lvl8pPr marL="3657600" marR="0" lvl="7"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8pPr>
            <a:lvl9pPr marL="4114800" marR="0" lvl="8"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9pPr>
          </a:lstStyle>
          <a:p>
            <a:endParaRPr/>
          </a:p>
        </p:txBody>
      </p:sp>
      <p:sp>
        <p:nvSpPr>
          <p:cNvPr id="48" name="Google Shape;48;p22"/>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49" name="Google Shape;49;p22"/>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50" name="Google Shape;50;p22"/>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51"/>
        <p:cNvGrpSpPr/>
        <p:nvPr/>
      </p:nvGrpSpPr>
      <p:grpSpPr>
        <a:xfrm>
          <a:off x="0" y="0"/>
          <a:ext cx="0" cy="0"/>
          <a:chOff x="0" y="0"/>
          <a:chExt cx="0" cy="0"/>
        </a:xfrm>
      </p:grpSpPr>
      <p:sp>
        <p:nvSpPr>
          <p:cNvPr id="52" name="Google Shape;52;p23"/>
          <p:cNvSpPr txBox="1">
            <a:spLocks noGrp="1"/>
          </p:cNvSpPr>
          <p:nvPr>
            <p:ph type="title"/>
          </p:nvPr>
        </p:nvSpPr>
        <p:spPr>
          <a:xfrm>
            <a:off x="2390029" y="4800599"/>
            <a:ext cx="7316153" cy="566739"/>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Clr>
                <a:schemeClr val="dk1"/>
              </a:buClr>
              <a:buSzPts val="2344"/>
              <a:buFont typeface="Calibri"/>
              <a:buNone/>
              <a:defRPr sz="2344" b="1"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3" name="Google Shape;53;p23"/>
          <p:cNvSpPr>
            <a:spLocks noGrp="1"/>
          </p:cNvSpPr>
          <p:nvPr>
            <p:ph type="pic" idx="2"/>
          </p:nvPr>
        </p:nvSpPr>
        <p:spPr>
          <a:xfrm>
            <a:off x="2390029" y="612777"/>
            <a:ext cx="7316153" cy="4114800"/>
          </a:xfrm>
          <a:prstGeom prst="rect">
            <a:avLst/>
          </a:prstGeom>
          <a:noFill/>
          <a:ln>
            <a:noFill/>
          </a:ln>
        </p:spPr>
      </p:sp>
      <p:sp>
        <p:nvSpPr>
          <p:cNvPr id="54" name="Google Shape;54;p23"/>
          <p:cNvSpPr txBox="1">
            <a:spLocks noGrp="1"/>
          </p:cNvSpPr>
          <p:nvPr>
            <p:ph type="body" idx="1"/>
          </p:nvPr>
        </p:nvSpPr>
        <p:spPr>
          <a:xfrm>
            <a:off x="2390029" y="5367339"/>
            <a:ext cx="7316153" cy="80486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39"/>
              </a:spcBef>
              <a:spcAft>
                <a:spcPts val="0"/>
              </a:spcAft>
              <a:buClr>
                <a:schemeClr val="dk1"/>
              </a:buClr>
              <a:buSzPts val="1693"/>
              <a:buFont typeface="Arial"/>
              <a:buNone/>
              <a:defRPr sz="1693" b="0" i="0" u="none" strike="noStrike" cap="none">
                <a:solidFill>
                  <a:schemeClr val="dk1"/>
                </a:solidFill>
                <a:latin typeface="Calibri"/>
                <a:ea typeface="Calibri"/>
                <a:cs typeface="Calibri"/>
                <a:sym typeface="Calibri"/>
              </a:defRPr>
            </a:lvl1pPr>
            <a:lvl2pPr marL="914400" marR="0" lvl="1" indent="-228600" algn="l" rtl="0">
              <a:spcBef>
                <a:spcPts val="287"/>
              </a:spcBef>
              <a:spcAft>
                <a:spcPts val="0"/>
              </a:spcAft>
              <a:buClr>
                <a:schemeClr val="dk1"/>
              </a:buClr>
              <a:buSzPts val="1433"/>
              <a:buFont typeface="Arial"/>
              <a:buNone/>
              <a:defRPr sz="1433" b="0" i="0" u="none" strike="noStrike" cap="none">
                <a:solidFill>
                  <a:schemeClr val="dk1"/>
                </a:solidFill>
                <a:latin typeface="Calibri"/>
                <a:ea typeface="Calibri"/>
                <a:cs typeface="Calibri"/>
                <a:sym typeface="Calibri"/>
              </a:defRPr>
            </a:lvl2pPr>
            <a:lvl3pPr marL="1371600" marR="0" lvl="2" indent="-228600" algn="l" rtl="0">
              <a:spcBef>
                <a:spcPts val="234"/>
              </a:spcBef>
              <a:spcAft>
                <a:spcPts val="0"/>
              </a:spcAft>
              <a:buClr>
                <a:schemeClr val="dk1"/>
              </a:buClr>
              <a:buSzPts val="1172"/>
              <a:buFont typeface="Arial"/>
              <a:buNone/>
              <a:defRPr sz="1172" b="0" i="0" u="none" strike="noStrike" cap="none">
                <a:solidFill>
                  <a:schemeClr val="dk1"/>
                </a:solidFill>
                <a:latin typeface="Calibri"/>
                <a:ea typeface="Calibri"/>
                <a:cs typeface="Calibri"/>
                <a:sym typeface="Calibri"/>
              </a:defRPr>
            </a:lvl3pPr>
            <a:lvl4pPr marL="1828800" marR="0" lvl="3"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4pPr>
            <a:lvl5pPr marL="2286000" marR="0" lvl="4"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5pPr>
            <a:lvl6pPr marL="2743200" marR="0" lvl="5"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6pPr>
            <a:lvl7pPr marL="3200400" marR="0" lvl="6"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7pPr>
            <a:lvl8pPr marL="3657600" marR="0" lvl="7"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8pPr>
            <a:lvl9pPr marL="4114800" marR="0" lvl="8" indent="-228600" algn="l" rtl="0">
              <a:spcBef>
                <a:spcPts val="208"/>
              </a:spcBef>
              <a:spcAft>
                <a:spcPts val="0"/>
              </a:spcAft>
              <a:buClr>
                <a:schemeClr val="dk1"/>
              </a:buClr>
              <a:buSzPts val="1042"/>
              <a:buFont typeface="Arial"/>
              <a:buNone/>
              <a:defRPr sz="1042" b="0" i="0" u="none" strike="noStrike" cap="none">
                <a:solidFill>
                  <a:schemeClr val="dk1"/>
                </a:solidFill>
                <a:latin typeface="Calibri"/>
                <a:ea typeface="Calibri"/>
                <a:cs typeface="Calibri"/>
                <a:sym typeface="Calibri"/>
              </a:defRPr>
            </a:lvl9pPr>
          </a:lstStyle>
          <a:p>
            <a:endParaRPr/>
          </a:p>
        </p:txBody>
      </p:sp>
      <p:sp>
        <p:nvSpPr>
          <p:cNvPr id="55" name="Google Shape;55;p23"/>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56" name="Google Shape;56;p23"/>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57" name="Google Shape;57;p23"/>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58"/>
        <p:cNvGrpSpPr/>
        <p:nvPr/>
      </p:nvGrpSpPr>
      <p:grpSpPr>
        <a:xfrm>
          <a:off x="0" y="0"/>
          <a:ext cx="0" cy="0"/>
          <a:chOff x="0" y="0"/>
          <a:chExt cx="0" cy="0"/>
        </a:xfrm>
      </p:grpSpPr>
      <p:sp>
        <p:nvSpPr>
          <p:cNvPr id="59" name="Google Shape;59;p24"/>
          <p:cNvSpPr txBox="1">
            <a:spLocks noGrp="1"/>
          </p:cNvSpPr>
          <p:nvPr>
            <p:ph type="title"/>
          </p:nvPr>
        </p:nvSpPr>
        <p:spPr>
          <a:xfrm>
            <a:off x="609681" y="274638"/>
            <a:ext cx="10974230" cy="1143000"/>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5340"/>
              <a:buFont typeface="Calibri"/>
              <a:buNone/>
              <a:defRPr sz="534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0" name="Google Shape;60;p24"/>
          <p:cNvSpPr txBox="1">
            <a:spLocks noGrp="1"/>
          </p:cNvSpPr>
          <p:nvPr>
            <p:ph type="body" idx="1"/>
          </p:nvPr>
        </p:nvSpPr>
        <p:spPr>
          <a:xfrm rot="5400000">
            <a:off x="3833815" y="-1623933"/>
            <a:ext cx="4525963" cy="10974230"/>
          </a:xfrm>
          <a:prstGeom prst="rect">
            <a:avLst/>
          </a:prstGeom>
          <a:noFill/>
          <a:ln>
            <a:noFill/>
          </a:ln>
        </p:spPr>
        <p:txBody>
          <a:bodyPr spcFirstLastPara="1" wrap="square" lIns="91425" tIns="45700" rIns="91425" bIns="45700" anchor="t" anchorCtr="0">
            <a:noAutofit/>
          </a:bodyPr>
          <a:lstStyle>
            <a:lvl1pPr marL="457200" marR="0" lvl="0" indent="-476694" algn="l" rtl="0">
              <a:spcBef>
                <a:spcPts val="781"/>
              </a:spcBef>
              <a:spcAft>
                <a:spcPts val="0"/>
              </a:spcAft>
              <a:buClr>
                <a:schemeClr val="dk1"/>
              </a:buClr>
              <a:buSzPts val="3907"/>
              <a:buFont typeface="Arial"/>
              <a:buChar char="•"/>
              <a:defRPr sz="3907" b="0" i="0" u="none" strike="noStrike" cap="none">
                <a:solidFill>
                  <a:schemeClr val="dk1"/>
                </a:solidFill>
                <a:latin typeface="Calibri"/>
                <a:ea typeface="Calibri"/>
                <a:cs typeface="Calibri"/>
                <a:sym typeface="Calibri"/>
              </a:defRPr>
            </a:lvl1pPr>
            <a:lvl2pPr marL="914400" marR="0" lvl="1" indent="-443674" algn="l" rtl="0">
              <a:spcBef>
                <a:spcPts val="677"/>
              </a:spcBef>
              <a:spcAft>
                <a:spcPts val="0"/>
              </a:spcAft>
              <a:buClr>
                <a:schemeClr val="dk1"/>
              </a:buClr>
              <a:buSzPts val="3387"/>
              <a:buFont typeface="Arial"/>
              <a:buChar char="–"/>
              <a:defRPr sz="3387" b="0" i="0" u="none" strike="noStrike" cap="none">
                <a:solidFill>
                  <a:schemeClr val="dk1"/>
                </a:solidFill>
                <a:latin typeface="Calibri"/>
                <a:ea typeface="Calibri"/>
                <a:cs typeface="Calibri"/>
                <a:sym typeface="Calibri"/>
              </a:defRPr>
            </a:lvl2pPr>
            <a:lvl3pPr marL="1371600" marR="0" lvl="2" indent="-410527" algn="l" rtl="0">
              <a:spcBef>
                <a:spcPts val="573"/>
              </a:spcBef>
              <a:spcAft>
                <a:spcPts val="0"/>
              </a:spcAft>
              <a:buClr>
                <a:schemeClr val="dk1"/>
              </a:buClr>
              <a:buSzPts val="2865"/>
              <a:buFont typeface="Arial"/>
              <a:buChar char="•"/>
              <a:defRPr sz="2865" b="0" i="0" u="none" strike="noStrike" cap="none">
                <a:solidFill>
                  <a:schemeClr val="dk1"/>
                </a:solidFill>
                <a:latin typeface="Calibri"/>
                <a:ea typeface="Calibri"/>
                <a:cs typeface="Calibri"/>
                <a:sym typeface="Calibri"/>
              </a:defRPr>
            </a:lvl3pPr>
            <a:lvl4pPr marL="1828800" marR="0" lvl="3"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4pPr>
            <a:lvl5pPr marL="2286000" marR="0" lvl="4"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5pPr>
            <a:lvl6pPr marL="2743200" marR="0" lvl="5"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6pPr>
            <a:lvl7pPr marL="3200400" marR="0" lvl="6"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7pPr>
            <a:lvl8pPr marL="3657600" marR="0" lvl="7"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8pPr>
            <a:lvl9pPr marL="4114800" marR="0" lvl="8"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9pPr>
          </a:lstStyle>
          <a:p>
            <a:endParaRPr/>
          </a:p>
        </p:txBody>
      </p:sp>
      <p:sp>
        <p:nvSpPr>
          <p:cNvPr id="61" name="Google Shape;61;p24"/>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62" name="Google Shape;62;p24"/>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63" name="Google Shape;63;p24"/>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64"/>
        <p:cNvGrpSpPr/>
        <p:nvPr/>
      </p:nvGrpSpPr>
      <p:grpSpPr>
        <a:xfrm>
          <a:off x="0" y="0"/>
          <a:ext cx="0" cy="0"/>
          <a:chOff x="0" y="0"/>
          <a:chExt cx="0" cy="0"/>
        </a:xfrm>
      </p:grpSpPr>
      <p:sp>
        <p:nvSpPr>
          <p:cNvPr id="65" name="Google Shape;65;p25"/>
          <p:cNvSpPr txBox="1">
            <a:spLocks noGrp="1"/>
          </p:cNvSpPr>
          <p:nvPr>
            <p:ph type="title"/>
          </p:nvPr>
        </p:nvSpPr>
        <p:spPr>
          <a:xfrm rot="5400000">
            <a:off x="7286368" y="1828622"/>
            <a:ext cx="5851525" cy="2743557"/>
          </a:xfrm>
          <a:prstGeom prst="rect">
            <a:avLst/>
          </a:prstGeom>
          <a:noFill/>
          <a:ln>
            <a:noFill/>
          </a:ln>
        </p:spPr>
        <p:txBody>
          <a:bodyPr spcFirstLastPara="1" wrap="square" lIns="91425" tIns="45700" rIns="91425" bIns="45700" anchor="t" anchorCtr="0">
            <a:noAutofit/>
          </a:bodyPr>
          <a:lstStyle>
            <a:lvl1pPr marR="0" lvl="0" algn="ctr" rtl="0">
              <a:spcBef>
                <a:spcPts val="0"/>
              </a:spcBef>
              <a:spcAft>
                <a:spcPts val="0"/>
              </a:spcAft>
              <a:buClr>
                <a:schemeClr val="dk1"/>
              </a:buClr>
              <a:buSzPts val="5340"/>
              <a:buFont typeface="Calibri"/>
              <a:buNone/>
              <a:defRPr sz="534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66" name="Google Shape;66;p25"/>
          <p:cNvSpPr txBox="1">
            <a:spLocks noGrp="1"/>
          </p:cNvSpPr>
          <p:nvPr>
            <p:ph type="body" idx="1"/>
          </p:nvPr>
        </p:nvSpPr>
        <p:spPr>
          <a:xfrm rot="5400000">
            <a:off x="1697641" y="-813323"/>
            <a:ext cx="5851525" cy="8027446"/>
          </a:xfrm>
          <a:prstGeom prst="rect">
            <a:avLst/>
          </a:prstGeom>
          <a:noFill/>
          <a:ln>
            <a:noFill/>
          </a:ln>
        </p:spPr>
        <p:txBody>
          <a:bodyPr spcFirstLastPara="1" wrap="square" lIns="91425" tIns="45700" rIns="91425" bIns="45700" anchor="t" anchorCtr="0">
            <a:noAutofit/>
          </a:bodyPr>
          <a:lstStyle>
            <a:lvl1pPr marL="457200" marR="0" lvl="0" indent="-476694" algn="l" rtl="0">
              <a:spcBef>
                <a:spcPts val="781"/>
              </a:spcBef>
              <a:spcAft>
                <a:spcPts val="0"/>
              </a:spcAft>
              <a:buClr>
                <a:schemeClr val="dk1"/>
              </a:buClr>
              <a:buSzPts val="3907"/>
              <a:buFont typeface="Arial"/>
              <a:buChar char="•"/>
              <a:defRPr sz="3907" b="0" i="0" u="none" strike="noStrike" cap="none">
                <a:solidFill>
                  <a:schemeClr val="dk1"/>
                </a:solidFill>
                <a:latin typeface="Calibri"/>
                <a:ea typeface="Calibri"/>
                <a:cs typeface="Calibri"/>
                <a:sym typeface="Calibri"/>
              </a:defRPr>
            </a:lvl1pPr>
            <a:lvl2pPr marL="914400" marR="0" lvl="1" indent="-443674" algn="l" rtl="0">
              <a:spcBef>
                <a:spcPts val="677"/>
              </a:spcBef>
              <a:spcAft>
                <a:spcPts val="0"/>
              </a:spcAft>
              <a:buClr>
                <a:schemeClr val="dk1"/>
              </a:buClr>
              <a:buSzPts val="3387"/>
              <a:buFont typeface="Arial"/>
              <a:buChar char="–"/>
              <a:defRPr sz="3387" b="0" i="0" u="none" strike="noStrike" cap="none">
                <a:solidFill>
                  <a:schemeClr val="dk1"/>
                </a:solidFill>
                <a:latin typeface="Calibri"/>
                <a:ea typeface="Calibri"/>
                <a:cs typeface="Calibri"/>
                <a:sym typeface="Calibri"/>
              </a:defRPr>
            </a:lvl2pPr>
            <a:lvl3pPr marL="1371600" marR="0" lvl="2" indent="-410527" algn="l" rtl="0">
              <a:spcBef>
                <a:spcPts val="573"/>
              </a:spcBef>
              <a:spcAft>
                <a:spcPts val="0"/>
              </a:spcAft>
              <a:buClr>
                <a:schemeClr val="dk1"/>
              </a:buClr>
              <a:buSzPts val="2865"/>
              <a:buFont typeface="Arial"/>
              <a:buChar char="•"/>
              <a:defRPr sz="2865" b="0" i="0" u="none" strike="noStrike" cap="none">
                <a:solidFill>
                  <a:schemeClr val="dk1"/>
                </a:solidFill>
                <a:latin typeface="Calibri"/>
                <a:ea typeface="Calibri"/>
                <a:cs typeface="Calibri"/>
                <a:sym typeface="Calibri"/>
              </a:defRPr>
            </a:lvl3pPr>
            <a:lvl4pPr marL="1828800" marR="0" lvl="3"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4pPr>
            <a:lvl5pPr marL="2286000" marR="0" lvl="4"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5pPr>
            <a:lvl6pPr marL="2743200" marR="0" lvl="5"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6pPr>
            <a:lvl7pPr marL="3200400" marR="0" lvl="6"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7pPr>
            <a:lvl8pPr marL="3657600" marR="0" lvl="7"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8pPr>
            <a:lvl9pPr marL="4114800" marR="0" lvl="8" indent="-377444" algn="l" rtl="0">
              <a:spcBef>
                <a:spcPts val="469"/>
              </a:spcBef>
              <a:spcAft>
                <a:spcPts val="0"/>
              </a:spcAft>
              <a:buClr>
                <a:schemeClr val="dk1"/>
              </a:buClr>
              <a:buSzPts val="2344"/>
              <a:buFont typeface="Arial"/>
              <a:buChar char="•"/>
              <a:defRPr sz="2344" b="0" i="0" u="none" strike="noStrike" cap="none">
                <a:solidFill>
                  <a:schemeClr val="dk1"/>
                </a:solidFill>
                <a:latin typeface="Calibri"/>
                <a:ea typeface="Calibri"/>
                <a:cs typeface="Calibri"/>
                <a:sym typeface="Calibri"/>
              </a:defRPr>
            </a:lvl9pPr>
          </a:lstStyle>
          <a:p>
            <a:endParaRPr/>
          </a:p>
        </p:txBody>
      </p:sp>
      <p:sp>
        <p:nvSpPr>
          <p:cNvPr id="67" name="Google Shape;67;p25"/>
          <p:cNvSpPr txBox="1">
            <a:spLocks noGrp="1"/>
          </p:cNvSpPr>
          <p:nvPr>
            <p:ph type="dt" idx="10"/>
          </p:nvPr>
        </p:nvSpPr>
        <p:spPr>
          <a:xfrm>
            <a:off x="609679" y="6356352"/>
            <a:ext cx="2845170"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68" name="Google Shape;68;p25"/>
          <p:cNvSpPr txBox="1">
            <a:spLocks noGrp="1"/>
          </p:cNvSpPr>
          <p:nvPr>
            <p:ph type="ftr" idx="11"/>
          </p:nvPr>
        </p:nvSpPr>
        <p:spPr>
          <a:xfrm>
            <a:off x="4166144" y="6356352"/>
            <a:ext cx="3861303" cy="365124"/>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2266">
                <a:solidFill>
                  <a:schemeClr val="dk1"/>
                </a:solidFill>
                <a:latin typeface="Calibri"/>
                <a:ea typeface="Calibri"/>
                <a:cs typeface="Calibri"/>
                <a:sym typeface="Calibri"/>
              </a:defRPr>
            </a:lvl1pPr>
            <a:lvl2pPr marR="0" lvl="1"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266" b="0" i="0" u="none" strike="noStrike" cap="none">
                <a:solidFill>
                  <a:schemeClr val="dk1"/>
                </a:solidFill>
                <a:latin typeface="Calibri"/>
                <a:ea typeface="Calibri"/>
                <a:cs typeface="Calibri"/>
                <a:sym typeface="Calibri"/>
              </a:defRPr>
            </a:lvl9pPr>
          </a:lstStyle>
          <a:p>
            <a:endParaRPr/>
          </a:p>
        </p:txBody>
      </p:sp>
      <p:sp>
        <p:nvSpPr>
          <p:cNvPr id="69" name="Google Shape;69;p25"/>
          <p:cNvSpPr txBox="1">
            <a:spLocks noGrp="1"/>
          </p:cNvSpPr>
          <p:nvPr>
            <p:ph type="sldNum" idx="12"/>
          </p:nvPr>
        </p:nvSpPr>
        <p:spPr>
          <a:xfrm>
            <a:off x="8738739" y="6356352"/>
            <a:ext cx="2845170" cy="365124"/>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buNone/>
              <a:defRPr sz="2266">
                <a:solidFill>
                  <a:schemeClr val="dk1"/>
                </a:solidFill>
                <a:latin typeface="Calibri"/>
                <a:ea typeface="Calibri"/>
                <a:cs typeface="Calibri"/>
                <a:sym typeface="Calibri"/>
              </a:defRPr>
            </a:lvl1pPr>
            <a:lvl2pPr marL="0" marR="0" lvl="1" indent="0" algn="l" rtl="0">
              <a:spcBef>
                <a:spcPts val="0"/>
              </a:spcBef>
              <a:buNone/>
              <a:defRPr sz="2266">
                <a:solidFill>
                  <a:schemeClr val="dk1"/>
                </a:solidFill>
                <a:latin typeface="Calibri"/>
                <a:ea typeface="Calibri"/>
                <a:cs typeface="Calibri"/>
                <a:sym typeface="Calibri"/>
              </a:defRPr>
            </a:lvl2pPr>
            <a:lvl3pPr marL="0" marR="0" lvl="2" indent="0" algn="l" rtl="0">
              <a:spcBef>
                <a:spcPts val="0"/>
              </a:spcBef>
              <a:buNone/>
              <a:defRPr sz="2266">
                <a:solidFill>
                  <a:schemeClr val="dk1"/>
                </a:solidFill>
                <a:latin typeface="Calibri"/>
                <a:ea typeface="Calibri"/>
                <a:cs typeface="Calibri"/>
                <a:sym typeface="Calibri"/>
              </a:defRPr>
            </a:lvl3pPr>
            <a:lvl4pPr marL="0" marR="0" lvl="3" indent="0" algn="l" rtl="0">
              <a:spcBef>
                <a:spcPts val="0"/>
              </a:spcBef>
              <a:buNone/>
              <a:defRPr sz="2266">
                <a:solidFill>
                  <a:schemeClr val="dk1"/>
                </a:solidFill>
                <a:latin typeface="Calibri"/>
                <a:ea typeface="Calibri"/>
                <a:cs typeface="Calibri"/>
                <a:sym typeface="Calibri"/>
              </a:defRPr>
            </a:lvl4pPr>
            <a:lvl5pPr marL="0" marR="0" lvl="4" indent="0" algn="l" rtl="0">
              <a:spcBef>
                <a:spcPts val="0"/>
              </a:spcBef>
              <a:buNone/>
              <a:defRPr sz="2266">
                <a:solidFill>
                  <a:schemeClr val="dk1"/>
                </a:solidFill>
                <a:latin typeface="Calibri"/>
                <a:ea typeface="Calibri"/>
                <a:cs typeface="Calibri"/>
                <a:sym typeface="Calibri"/>
              </a:defRPr>
            </a:lvl5pPr>
            <a:lvl6pPr marL="0" marR="0" lvl="5" indent="0" algn="l" rtl="0">
              <a:spcBef>
                <a:spcPts val="0"/>
              </a:spcBef>
              <a:buNone/>
              <a:defRPr sz="2266">
                <a:solidFill>
                  <a:schemeClr val="dk1"/>
                </a:solidFill>
                <a:latin typeface="Calibri"/>
                <a:ea typeface="Calibri"/>
                <a:cs typeface="Calibri"/>
                <a:sym typeface="Calibri"/>
              </a:defRPr>
            </a:lvl6pPr>
            <a:lvl7pPr marL="0" marR="0" lvl="6" indent="0" algn="l" rtl="0">
              <a:spcBef>
                <a:spcPts val="0"/>
              </a:spcBef>
              <a:buNone/>
              <a:defRPr sz="2266">
                <a:solidFill>
                  <a:schemeClr val="dk1"/>
                </a:solidFill>
                <a:latin typeface="Calibri"/>
                <a:ea typeface="Calibri"/>
                <a:cs typeface="Calibri"/>
                <a:sym typeface="Calibri"/>
              </a:defRPr>
            </a:lvl7pPr>
            <a:lvl8pPr marL="0" marR="0" lvl="7" indent="0" algn="l" rtl="0">
              <a:spcBef>
                <a:spcPts val="0"/>
              </a:spcBef>
              <a:buNone/>
              <a:defRPr sz="2266">
                <a:solidFill>
                  <a:schemeClr val="dk1"/>
                </a:solidFill>
                <a:latin typeface="Calibri"/>
                <a:ea typeface="Calibri"/>
                <a:cs typeface="Calibri"/>
                <a:sym typeface="Calibri"/>
              </a:defRPr>
            </a:lvl8pPr>
            <a:lvl9pPr marL="0" marR="0" lvl="8" indent="0" algn="l" rtl="0">
              <a:spcBef>
                <a:spcPts val="0"/>
              </a:spcBef>
              <a:buNone/>
              <a:defRPr sz="2266">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s-CO"/>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14"/>
          <p:cNvPicPr preferRelativeResize="0"/>
          <p:nvPr/>
        </p:nvPicPr>
        <p:blipFill rotWithShape="1">
          <a:blip r:embed="rId13">
            <a:alphaModFix/>
          </a:blip>
          <a:srcRect/>
          <a:stretch/>
        </p:blipFill>
        <p:spPr>
          <a:xfrm>
            <a:off x="3261" y="0"/>
            <a:ext cx="12187066" cy="6858000"/>
          </a:xfrm>
          <a:prstGeom prst="rect">
            <a:avLst/>
          </a:prstGeom>
          <a:noFill/>
          <a:ln>
            <a:noFill/>
          </a:ln>
        </p:spPr>
      </p:pic>
      <p:pic>
        <p:nvPicPr>
          <p:cNvPr id="7" name="Google Shape;7;p14"/>
          <p:cNvPicPr preferRelativeResize="0"/>
          <p:nvPr/>
        </p:nvPicPr>
        <p:blipFill rotWithShape="1">
          <a:blip r:embed="rId14">
            <a:alphaModFix/>
          </a:blip>
          <a:srcRect/>
          <a:stretch/>
        </p:blipFill>
        <p:spPr>
          <a:xfrm>
            <a:off x="6433" y="3172"/>
            <a:ext cx="12180722" cy="685165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archive.ics.uci.edu/ml/machine-learning-databases/adult/adult.data"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hyperlink" Target="https://archive.ics.uci.edu/dataset/2/adul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
          <p:cNvSpPr txBox="1"/>
          <p:nvPr/>
        </p:nvSpPr>
        <p:spPr>
          <a:xfrm>
            <a:off x="6384298" y="1223767"/>
            <a:ext cx="4542600" cy="84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4900" b="1" i="0" u="none" strike="noStrike" cap="none" dirty="0">
                <a:solidFill>
                  <a:schemeClr val="dk1"/>
                </a:solidFill>
              </a:rPr>
              <a:t>Proyecto Final</a:t>
            </a:r>
            <a:endParaRPr sz="4900" dirty="0"/>
          </a:p>
        </p:txBody>
      </p:sp>
      <p:sp>
        <p:nvSpPr>
          <p:cNvPr id="75" name="Google Shape;75;p1"/>
          <p:cNvSpPr txBox="1"/>
          <p:nvPr/>
        </p:nvSpPr>
        <p:spPr>
          <a:xfrm>
            <a:off x="6384298" y="2070367"/>
            <a:ext cx="4542600" cy="461624"/>
          </a:xfrm>
          <a:prstGeom prst="rect">
            <a:avLst/>
          </a:prstGeom>
          <a:noFill/>
          <a:ln>
            <a:noFill/>
          </a:ln>
        </p:spPr>
        <p:txBody>
          <a:bodyPr spcFirstLastPara="1" wrap="square" lIns="91425" tIns="45700" rIns="91425" bIns="45700" anchor="t" anchorCtr="0">
            <a:spAutoFit/>
          </a:bodyPr>
          <a:lstStyle/>
          <a:p>
            <a:pPr lvl="0"/>
            <a:r>
              <a:rPr lang="es-CO" sz="2400" dirty="0"/>
              <a:t>Grupo 11:Adult </a:t>
            </a:r>
            <a:r>
              <a:rPr lang="es-CO" sz="2400" dirty="0" err="1"/>
              <a:t>Income</a:t>
            </a:r>
            <a:r>
              <a:rPr lang="es-CO" sz="2400" dirty="0"/>
              <a:t> </a:t>
            </a:r>
            <a:r>
              <a:rPr lang="es-CO" sz="2400" dirty="0" err="1"/>
              <a:t>Dataset</a:t>
            </a:r>
            <a:r>
              <a:rPr lang="es-CO" sz="2400" dirty="0"/>
              <a:t> </a:t>
            </a:r>
            <a:endParaRPr sz="2300" dirty="0"/>
          </a:p>
        </p:txBody>
      </p:sp>
      <p:pic>
        <p:nvPicPr>
          <p:cNvPr id="76" name="Google Shape;76;p1" descr="Patrón de fondo&#10;&#10;Descripción generada automáticamente"/>
          <p:cNvPicPr preferRelativeResize="0"/>
          <p:nvPr/>
        </p:nvPicPr>
        <p:blipFill rotWithShape="1">
          <a:blip r:embed="rId3">
            <a:alphaModFix/>
          </a:blip>
          <a:srcRect/>
          <a:stretch/>
        </p:blipFill>
        <p:spPr>
          <a:xfrm>
            <a:off x="585199" y="1647067"/>
            <a:ext cx="4091267" cy="2243598"/>
          </a:xfrm>
          <a:prstGeom prst="rect">
            <a:avLst/>
          </a:prstGeom>
          <a:noFill/>
          <a:ln>
            <a:noFill/>
          </a:ln>
        </p:spPr>
      </p:pic>
      <p:sp>
        <p:nvSpPr>
          <p:cNvPr id="77" name="Google Shape;77;p1"/>
          <p:cNvSpPr txBox="1"/>
          <p:nvPr/>
        </p:nvSpPr>
        <p:spPr>
          <a:xfrm>
            <a:off x="7065789" y="2716891"/>
            <a:ext cx="4542600" cy="132339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1600" dirty="0">
                <a:solidFill>
                  <a:schemeClr val="dk1"/>
                </a:solidFill>
              </a:rPr>
              <a:t>Dayana Sofia Mendes Perafan </a:t>
            </a:r>
          </a:p>
          <a:p>
            <a:pPr marL="0" marR="0" lvl="0" indent="0" algn="l" rtl="0">
              <a:spcBef>
                <a:spcPts val="0"/>
              </a:spcBef>
              <a:spcAft>
                <a:spcPts val="0"/>
              </a:spcAft>
              <a:buNone/>
            </a:pPr>
            <a:endParaRPr lang="es-CO" sz="1600" dirty="0">
              <a:solidFill>
                <a:schemeClr val="dk1"/>
              </a:solidFill>
            </a:endParaRPr>
          </a:p>
          <a:p>
            <a:pPr marL="0" marR="0" lvl="0" indent="0" algn="l" rtl="0">
              <a:spcBef>
                <a:spcPts val="0"/>
              </a:spcBef>
              <a:spcAft>
                <a:spcPts val="0"/>
              </a:spcAft>
              <a:buNone/>
            </a:pPr>
            <a:endParaRPr sz="1600" dirty="0">
              <a:solidFill>
                <a:schemeClr val="dk1"/>
              </a:solidFill>
            </a:endParaRPr>
          </a:p>
          <a:p>
            <a:pPr marL="0" marR="0" lvl="0" indent="0" algn="l" rtl="0">
              <a:spcBef>
                <a:spcPts val="0"/>
              </a:spcBef>
              <a:spcAft>
                <a:spcPts val="0"/>
              </a:spcAft>
              <a:buNone/>
            </a:pPr>
            <a:endParaRPr sz="1600" dirty="0">
              <a:solidFill>
                <a:schemeClr val="dk1"/>
              </a:solidFill>
            </a:endParaRPr>
          </a:p>
          <a:p>
            <a:pPr marL="0" marR="0" lvl="0" indent="0" algn="l" rtl="0">
              <a:spcBef>
                <a:spcPts val="0"/>
              </a:spcBef>
              <a:spcAft>
                <a:spcPts val="0"/>
              </a:spcAft>
              <a:buNone/>
            </a:pPr>
            <a:endParaRPr sz="1600" dirty="0">
              <a:solidFill>
                <a:schemeClr val="dk1"/>
              </a:solidFill>
            </a:endParaRPr>
          </a:p>
        </p:txBody>
      </p:sp>
      <p:sp>
        <p:nvSpPr>
          <p:cNvPr id="78" name="Google Shape;78;p1"/>
          <p:cNvSpPr txBox="1"/>
          <p:nvPr/>
        </p:nvSpPr>
        <p:spPr>
          <a:xfrm>
            <a:off x="6384298" y="3633492"/>
            <a:ext cx="4542600" cy="230828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1800" b="1" dirty="0">
                <a:solidFill>
                  <a:schemeClr val="dk1"/>
                </a:solidFill>
              </a:rPr>
              <a:t>Docente:</a:t>
            </a:r>
            <a:r>
              <a:rPr lang="es-CO" sz="1800" dirty="0">
                <a:solidFill>
                  <a:schemeClr val="dk1"/>
                </a:solidFill>
              </a:rPr>
              <a:t> Julián Andrés Quimbayo</a:t>
            </a:r>
          </a:p>
          <a:p>
            <a:pPr marL="0" marR="0" lvl="0" indent="0" algn="ctr" rtl="0">
              <a:spcBef>
                <a:spcPts val="0"/>
              </a:spcBef>
              <a:spcAft>
                <a:spcPts val="0"/>
              </a:spcAft>
              <a:buNone/>
            </a:pPr>
            <a:endParaRPr lang="es-CO" sz="1800" dirty="0">
              <a:solidFill>
                <a:schemeClr val="dk1"/>
              </a:solidFill>
            </a:endParaRPr>
          </a:p>
          <a:p>
            <a:pPr marL="0" marR="0" lvl="0" indent="0" algn="ctr" rtl="0">
              <a:spcBef>
                <a:spcPts val="0"/>
              </a:spcBef>
              <a:spcAft>
                <a:spcPts val="0"/>
              </a:spcAft>
              <a:buNone/>
            </a:pPr>
            <a:endParaRPr lang="es-CO" sz="1800" dirty="0">
              <a:solidFill>
                <a:schemeClr val="dk1"/>
              </a:solidFill>
            </a:endParaRPr>
          </a:p>
          <a:p>
            <a:pPr marL="0" marR="0" lvl="0" indent="0" algn="ctr" rtl="0">
              <a:spcBef>
                <a:spcPts val="0"/>
              </a:spcBef>
              <a:spcAft>
                <a:spcPts val="0"/>
              </a:spcAft>
              <a:buNone/>
            </a:pPr>
            <a:endParaRPr lang="es-CO" sz="1800" dirty="0">
              <a:solidFill>
                <a:schemeClr val="dk1"/>
              </a:solidFill>
            </a:endParaRPr>
          </a:p>
          <a:p>
            <a:pPr marL="0" marR="0" lvl="0" indent="0" algn="ctr" rtl="0">
              <a:spcBef>
                <a:spcPts val="0"/>
              </a:spcBef>
              <a:spcAft>
                <a:spcPts val="0"/>
              </a:spcAft>
              <a:buNone/>
            </a:pPr>
            <a:r>
              <a:rPr lang="es-CO" sz="1800" dirty="0">
                <a:solidFill>
                  <a:schemeClr val="dk1"/>
                </a:solidFill>
              </a:rPr>
              <a:t>Universidad Cooperativa Corhuila</a:t>
            </a:r>
          </a:p>
          <a:p>
            <a:pPr marL="0" marR="0" lvl="0" indent="0" algn="ctr" rtl="0">
              <a:spcBef>
                <a:spcPts val="0"/>
              </a:spcBef>
              <a:spcAft>
                <a:spcPts val="0"/>
              </a:spcAft>
              <a:buNone/>
            </a:pPr>
            <a:endParaRPr lang="es-CO" sz="1800" dirty="0">
              <a:solidFill>
                <a:schemeClr val="dk1"/>
              </a:solidFill>
            </a:endParaRPr>
          </a:p>
          <a:p>
            <a:pPr marL="0" marR="0" lvl="0" indent="0" algn="ctr" rtl="0">
              <a:spcBef>
                <a:spcPts val="0"/>
              </a:spcBef>
              <a:spcAft>
                <a:spcPts val="0"/>
              </a:spcAft>
              <a:buNone/>
            </a:pPr>
            <a:endParaRPr lang="es-CO" sz="1800" dirty="0">
              <a:solidFill>
                <a:schemeClr val="dk1"/>
              </a:solidFill>
            </a:endParaRPr>
          </a:p>
          <a:p>
            <a:pPr marL="0" marR="0" lvl="0" indent="0" algn="ctr" rtl="0">
              <a:spcBef>
                <a:spcPts val="0"/>
              </a:spcBef>
              <a:spcAft>
                <a:spcPts val="0"/>
              </a:spcAft>
              <a:buNone/>
            </a:pPr>
            <a:r>
              <a:rPr lang="es-CO" sz="1800" dirty="0">
                <a:solidFill>
                  <a:schemeClr val="dk1"/>
                </a:solidFill>
              </a:rPr>
              <a:t>13-Noviembre 2026</a:t>
            </a:r>
            <a:endParaRPr sz="1800" dirty="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2"/>
          <p:cNvSpPr txBox="1"/>
          <p:nvPr/>
        </p:nvSpPr>
        <p:spPr>
          <a:xfrm>
            <a:off x="731594" y="1303118"/>
            <a:ext cx="10730400" cy="252372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2400" b="1" dirty="0">
                <a:solidFill>
                  <a:schemeClr val="dk1"/>
                </a:solidFill>
              </a:rPr>
              <a:t>Pregunta de Investigación </a:t>
            </a:r>
          </a:p>
          <a:p>
            <a:pPr marL="0" marR="0" lvl="0" indent="0" algn="l" rtl="0">
              <a:spcBef>
                <a:spcPts val="0"/>
              </a:spcBef>
              <a:spcAft>
                <a:spcPts val="0"/>
              </a:spcAft>
              <a:buNone/>
            </a:pPr>
            <a:endParaRPr lang="es-CO" sz="2400" b="1" dirty="0">
              <a:solidFill>
                <a:schemeClr val="dk1"/>
              </a:solidFill>
            </a:endParaRPr>
          </a:p>
          <a:p>
            <a:pPr marL="0" marR="0" lvl="0" indent="0" algn="l" rtl="0">
              <a:spcBef>
                <a:spcPts val="0"/>
              </a:spcBef>
              <a:spcAft>
                <a:spcPts val="0"/>
              </a:spcAft>
              <a:buNone/>
            </a:pPr>
            <a:endParaRPr lang="es-CO" sz="2400" b="1" dirty="0">
              <a:solidFill>
                <a:schemeClr val="dk1"/>
              </a:solidFill>
            </a:endParaRPr>
          </a:p>
          <a:p>
            <a:pPr marL="0" marR="0" lvl="0" indent="0" algn="l" rtl="0">
              <a:spcBef>
                <a:spcPts val="0"/>
              </a:spcBef>
              <a:spcAft>
                <a:spcPts val="0"/>
              </a:spcAft>
              <a:buNone/>
            </a:pPr>
            <a:endParaRPr lang="es-CO" sz="1600" b="1" dirty="0">
              <a:solidFill>
                <a:schemeClr val="dk1"/>
              </a:solidFill>
            </a:endParaRPr>
          </a:p>
          <a:p>
            <a:pPr marL="0" marR="0" lvl="0" indent="0" algn="l" rtl="0">
              <a:spcBef>
                <a:spcPts val="0"/>
              </a:spcBef>
              <a:spcAft>
                <a:spcPts val="0"/>
              </a:spcAft>
              <a:buNone/>
            </a:pPr>
            <a:endParaRPr lang="es-CO" sz="1600" b="1" dirty="0">
              <a:solidFill>
                <a:schemeClr val="dk1"/>
              </a:solidFill>
            </a:endParaRPr>
          </a:p>
          <a:p>
            <a:pPr lvl="0"/>
            <a:r>
              <a:rPr lang="es-ES" sz="1800" dirty="0"/>
              <a:t>¿Qué relación lineal existe entre la edad y las ganancias de capital de las personas del </a:t>
            </a:r>
            <a:r>
              <a:rPr lang="es-ES" sz="1800" dirty="0" err="1"/>
              <a:t>Adult</a:t>
            </a:r>
            <a:r>
              <a:rPr lang="es-ES" sz="1800" dirty="0"/>
              <a:t> </a:t>
            </a:r>
            <a:r>
              <a:rPr lang="es-ES" sz="1800" dirty="0" err="1"/>
              <a:t>Income</a:t>
            </a:r>
            <a:r>
              <a:rPr lang="es-ES" sz="1800" dirty="0"/>
              <a:t> </a:t>
            </a:r>
            <a:r>
              <a:rPr lang="es-ES" sz="1800" dirty="0" err="1"/>
              <a:t>Dataset</a:t>
            </a:r>
            <a:r>
              <a:rPr lang="es-ES" sz="1800" dirty="0"/>
              <a:t>, y hasta qué punto la edad permite predecir dichas ganancias según un modelo de regresión lineal simple?</a:t>
            </a:r>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g35cbccde106_1_0"/>
          <p:cNvSpPr txBox="1"/>
          <p:nvPr/>
        </p:nvSpPr>
        <p:spPr>
          <a:xfrm>
            <a:off x="3820881" y="629800"/>
            <a:ext cx="10111800" cy="461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s-CO" sz="2400" b="1" dirty="0">
                <a:solidFill>
                  <a:schemeClr val="dk1"/>
                </a:solidFill>
              </a:rPr>
              <a:t>Análisis del </a:t>
            </a:r>
            <a:r>
              <a:rPr lang="es-CO" sz="2400" b="1" dirty="0" err="1">
                <a:solidFill>
                  <a:schemeClr val="dk1"/>
                </a:solidFill>
              </a:rPr>
              <a:t>Dataset</a:t>
            </a:r>
            <a:r>
              <a:rPr lang="es-CO" sz="2400" b="1" dirty="0">
                <a:solidFill>
                  <a:schemeClr val="dk1"/>
                </a:solidFill>
              </a:rPr>
              <a:t> </a:t>
            </a:r>
            <a:endParaRPr sz="2400" b="1" dirty="0">
              <a:solidFill>
                <a:schemeClr val="dk1"/>
              </a:solidFill>
            </a:endParaRPr>
          </a:p>
        </p:txBody>
      </p:sp>
      <p:sp>
        <p:nvSpPr>
          <p:cNvPr id="4" name="Rectangle 2">
            <a:extLst>
              <a:ext uri="{FF2B5EF4-FFF2-40B4-BE49-F238E27FC236}">
                <a16:creationId xmlns:a16="http://schemas.microsoft.com/office/drawing/2014/main" id="{DA7B5635-E2DC-6EE0-8AE3-DC326AFF771C}"/>
              </a:ext>
            </a:extLst>
          </p:cNvPr>
          <p:cNvSpPr>
            <a:spLocks noChangeArrowheads="1"/>
          </p:cNvSpPr>
          <p:nvPr/>
        </p:nvSpPr>
        <p:spPr bwMode="auto">
          <a:xfrm>
            <a:off x="1240967" y="2136339"/>
            <a:ext cx="10868681"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600" b="0" i="0" u="none" strike="noStrike" cap="none" normalizeH="0" baseline="0" dirty="0" err="1">
                <a:ln>
                  <a:noFill/>
                </a:ln>
                <a:solidFill>
                  <a:schemeClr val="tx1"/>
                </a:solidFill>
                <a:effectLst/>
                <a:latin typeface="+mn-lt"/>
              </a:rPr>
              <a:t>Dataset</a:t>
            </a:r>
            <a:r>
              <a:rPr kumimoji="0" lang="es-CO" altLang="es-CO" sz="1600" b="0" i="0" u="none" strike="noStrike" cap="none" normalizeH="0" baseline="0" dirty="0">
                <a:ln>
                  <a:noFill/>
                </a:ln>
                <a:solidFill>
                  <a:schemeClr val="tx1"/>
                </a:solidFill>
                <a:effectLst/>
                <a:latin typeface="+mn-lt"/>
              </a:rPr>
              <a:t> socioeconómico usado para estudiar </a:t>
            </a:r>
            <a:r>
              <a:rPr kumimoji="0" lang="es-CO" altLang="es-CO" sz="1600" b="1" i="0" u="none" strike="noStrike" cap="none" normalizeH="0" baseline="0" dirty="0">
                <a:ln>
                  <a:noFill/>
                </a:ln>
                <a:solidFill>
                  <a:schemeClr val="tx1"/>
                </a:solidFill>
                <a:effectLst/>
                <a:latin typeface="+mn-lt"/>
              </a:rPr>
              <a:t>ingresos mayores o menores a 50K USD</a:t>
            </a:r>
            <a:r>
              <a:rPr kumimoji="0" lang="es-CO" altLang="es-CO" sz="1600" b="0" i="0" u="none" strike="noStrike" cap="none" normalizeH="0" baseline="0" dirty="0">
                <a:ln>
                  <a:noFill/>
                </a:ln>
                <a:solidFill>
                  <a:schemeClr val="tx1"/>
                </a:solidFill>
                <a:effectLst/>
                <a:latin typeface="+mn-lt"/>
              </a:rPr>
              <a:t> al año.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600" b="0" i="0" u="none" strike="noStrike" cap="none" normalizeH="0" baseline="0" dirty="0">
                <a:ln>
                  <a:noFill/>
                </a:ln>
                <a:solidFill>
                  <a:schemeClr val="tx1"/>
                </a:solidFill>
                <a:effectLst/>
                <a:latin typeface="+mn-lt"/>
              </a:rPr>
              <a:t>Contiene </a:t>
            </a:r>
            <a:r>
              <a:rPr kumimoji="0" lang="es-CO" altLang="es-CO" sz="1600" b="1" i="0" u="none" strike="noStrike" cap="none" normalizeH="0" baseline="0" dirty="0">
                <a:ln>
                  <a:noFill/>
                </a:ln>
                <a:solidFill>
                  <a:schemeClr val="tx1"/>
                </a:solidFill>
                <a:effectLst/>
                <a:latin typeface="+mn-lt"/>
              </a:rPr>
              <a:t>más de 30.000 registros</a:t>
            </a:r>
            <a:r>
              <a:rPr kumimoji="0" lang="es-CO" altLang="es-CO" sz="1600" b="0" i="0" u="none" strike="noStrike" cap="none" normalizeH="0" baseline="0" dirty="0">
                <a:ln>
                  <a:noFill/>
                </a:ln>
                <a:solidFill>
                  <a:schemeClr val="tx1"/>
                </a:solidFill>
                <a:effectLst/>
                <a:latin typeface="+mn-lt"/>
              </a:rPr>
              <a:t> de personas adultas.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600" b="0" i="0" u="none" strike="noStrike" cap="none" normalizeH="0" baseline="0" dirty="0">
                <a:ln>
                  <a:noFill/>
                </a:ln>
                <a:solidFill>
                  <a:schemeClr val="tx1"/>
                </a:solidFill>
                <a:effectLst/>
                <a:latin typeface="+mn-lt"/>
              </a:rPr>
              <a:t>Mezcla de variables:</a:t>
            </a:r>
          </a:p>
          <a:p>
            <a:pPr marL="0" marR="0" lvl="0" indent="0" algn="l" defTabSz="914400" rtl="0" eaLnBrk="0" fontAlgn="base" latinLnBrk="0" hangingPunct="0">
              <a:lnSpc>
                <a:spcPct val="100000"/>
              </a:lnSpc>
              <a:spcBef>
                <a:spcPct val="0"/>
              </a:spcBef>
              <a:spcAft>
                <a:spcPct val="0"/>
              </a:spcAft>
              <a:buClrTx/>
              <a:buSzTx/>
              <a:tabLst/>
            </a:pPr>
            <a:r>
              <a:rPr lang="es-CO" altLang="es-CO" sz="1600" b="1" dirty="0">
                <a:solidFill>
                  <a:schemeClr val="tx1"/>
                </a:solidFill>
                <a:latin typeface="+mn-lt"/>
              </a:rPr>
              <a:t>         -</a:t>
            </a:r>
            <a:r>
              <a:rPr kumimoji="0" lang="es-CO" altLang="es-CO" sz="1600" b="1" i="0" u="none" strike="noStrike" cap="none" normalizeH="0" baseline="0" dirty="0">
                <a:ln>
                  <a:noFill/>
                </a:ln>
                <a:solidFill>
                  <a:schemeClr val="tx1"/>
                </a:solidFill>
                <a:effectLst/>
                <a:latin typeface="+mn-lt"/>
              </a:rPr>
              <a:t>Numéricas:</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age</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fnlwgt</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education_num</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capital_gain</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capital_loss</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hours_per_week</a:t>
            </a:r>
            <a:r>
              <a:rPr kumimoji="0" lang="es-CO" altLang="es-CO" sz="16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r>
              <a:rPr kumimoji="0" lang="es-CO" altLang="es-CO" sz="1600" b="1" i="0" u="none" strike="noStrike" cap="none" normalizeH="0" baseline="0" dirty="0">
                <a:ln>
                  <a:noFill/>
                </a:ln>
                <a:solidFill>
                  <a:schemeClr val="tx1"/>
                </a:solidFill>
                <a:effectLst/>
                <a:latin typeface="+mn-lt"/>
              </a:rPr>
              <a:t>         -Categóricas:</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workclass</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education</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marital_status</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occupation</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relationship</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race</a:t>
            </a:r>
            <a:r>
              <a:rPr kumimoji="0" lang="es-CO" altLang="es-CO" sz="1600" b="0" i="0" u="none" strike="noStrike" cap="none" normalizeH="0" baseline="0" dirty="0">
                <a:ln>
                  <a:noFill/>
                </a:ln>
                <a:solidFill>
                  <a:schemeClr val="tx1"/>
                </a:solidFill>
                <a:effectLst/>
                <a:latin typeface="+mn-lt"/>
              </a:rPr>
              <a:t>, sex, </a:t>
            </a:r>
            <a:r>
              <a:rPr kumimoji="0" lang="es-CO" altLang="es-CO" sz="1600" b="0" i="0" u="none" strike="noStrike" cap="none" normalizeH="0" baseline="0" dirty="0" err="1">
                <a:ln>
                  <a:noFill/>
                </a:ln>
                <a:solidFill>
                  <a:schemeClr val="tx1"/>
                </a:solidFill>
                <a:effectLst/>
                <a:latin typeface="+mn-lt"/>
              </a:rPr>
              <a:t>native_country</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income</a:t>
            </a:r>
            <a:r>
              <a:rPr kumimoji="0" lang="es-CO" altLang="es-CO" sz="16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600" b="0" i="0" u="none" strike="noStrike" cap="none" normalizeH="0" baseline="0" dirty="0">
                <a:ln>
                  <a:noFill/>
                </a:ln>
                <a:solidFill>
                  <a:schemeClr val="tx1"/>
                </a:solidFill>
                <a:effectLst/>
                <a:latin typeface="+mn-lt"/>
              </a:rPr>
              <a:t>Se realizó </a:t>
            </a:r>
            <a:r>
              <a:rPr kumimoji="0" lang="es-CO" altLang="es-CO" sz="1600" b="1" i="0" u="none" strike="noStrike" cap="none" normalizeH="0" baseline="0" dirty="0">
                <a:ln>
                  <a:noFill/>
                </a:ln>
                <a:solidFill>
                  <a:schemeClr val="tx1"/>
                </a:solidFill>
                <a:effectLst/>
                <a:latin typeface="+mn-lt"/>
              </a:rPr>
              <a:t>limpieza de datos</a:t>
            </a:r>
            <a:endParaRPr kumimoji="0" lang="es-CO" altLang="es-CO" sz="1600" b="0" i="0" u="none" strike="noStrike" cap="none" normalizeH="0" baseline="0" dirty="0">
              <a:ln>
                <a:noFill/>
              </a:ln>
              <a:solidFill>
                <a:schemeClr val="tx1"/>
              </a:solidFill>
              <a:effectLst/>
              <a:latin typeface="+mn-lt"/>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s-CO" altLang="es-CO" sz="1600" b="0" i="0" u="none" strike="noStrike" cap="none" normalizeH="0" baseline="0" dirty="0">
                <a:ln>
                  <a:noFill/>
                </a:ln>
                <a:solidFill>
                  <a:schemeClr val="tx1"/>
                </a:solidFill>
                <a:effectLst/>
                <a:latin typeface="+mn-lt"/>
              </a:rPr>
              <a:t>Eliminación de duplicados.</a:t>
            </a:r>
          </a:p>
          <a:p>
            <a:pPr marL="0" marR="0" lvl="0" indent="0" algn="l" defTabSz="914400" rtl="0" eaLnBrk="0" fontAlgn="base" latinLnBrk="0" hangingPunct="0">
              <a:lnSpc>
                <a:spcPct val="100000"/>
              </a:lnSpc>
              <a:spcBef>
                <a:spcPct val="0"/>
              </a:spcBef>
              <a:spcAft>
                <a:spcPct val="0"/>
              </a:spcAft>
              <a:buClrTx/>
              <a:buSzTx/>
              <a:tabLst/>
            </a:pPr>
            <a:r>
              <a:rPr kumimoji="0" lang="es-CO" altLang="es-CO" sz="1600" b="0" i="0" u="none" strike="noStrike" cap="none" normalizeH="0" baseline="0" dirty="0">
                <a:ln>
                  <a:noFill/>
                </a:ln>
                <a:solidFill>
                  <a:schemeClr val="tx1"/>
                </a:solidFill>
                <a:effectLst/>
                <a:latin typeface="+mn-lt"/>
              </a:rPr>
              <a:t>         -Tratamiento de valores faltantes (</a:t>
            </a:r>
            <a:r>
              <a:rPr kumimoji="0" lang="es-CO" altLang="es-CO" sz="1600" b="0" i="0" u="none" strike="noStrike" cap="none" normalizeH="0" baseline="0" dirty="0" err="1">
                <a:ln>
                  <a:noFill/>
                </a:ln>
                <a:solidFill>
                  <a:schemeClr val="tx1"/>
                </a:solidFill>
                <a:effectLst/>
                <a:latin typeface="+mn-lt"/>
              </a:rPr>
              <a:t>workclass</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occupation</a:t>
            </a:r>
            <a:r>
              <a:rPr kumimoji="0" lang="es-CO" altLang="es-CO" sz="1600" b="0" i="0" u="none" strike="noStrike" cap="none" normalizeH="0" baseline="0" dirty="0">
                <a:ln>
                  <a:noFill/>
                </a:ln>
                <a:solidFill>
                  <a:schemeClr val="tx1"/>
                </a:solidFill>
                <a:effectLst/>
                <a:latin typeface="+mn-lt"/>
              </a:rPr>
              <a:t>, </a:t>
            </a:r>
            <a:r>
              <a:rPr kumimoji="0" lang="es-CO" altLang="es-CO" sz="1600" b="0" i="0" u="none" strike="noStrike" cap="none" normalizeH="0" baseline="0" dirty="0" err="1">
                <a:ln>
                  <a:noFill/>
                </a:ln>
                <a:solidFill>
                  <a:schemeClr val="tx1"/>
                </a:solidFill>
                <a:effectLst/>
                <a:latin typeface="+mn-lt"/>
              </a:rPr>
              <a:t>native_country</a:t>
            </a:r>
            <a:r>
              <a:rPr kumimoji="0" lang="es-CO" altLang="es-CO" sz="1600" b="0" i="0" u="none" strike="noStrike" cap="none" normalizeH="0" baseline="0" dirty="0">
                <a:ln>
                  <a:noFill/>
                </a:ln>
                <a:solidFill>
                  <a:schemeClr val="tx1"/>
                </a:solidFill>
                <a:effectLst/>
                <a:latin typeface="+mn-lt"/>
              </a:rPr>
              <a:t>).</a:t>
            </a:r>
          </a:p>
          <a:p>
            <a:pPr marL="0" marR="0" lvl="0" indent="0" algn="l" defTabSz="914400" rtl="0" eaLnBrk="0" fontAlgn="base" latinLnBrk="0" hangingPunct="0">
              <a:lnSpc>
                <a:spcPct val="100000"/>
              </a:lnSpc>
              <a:spcBef>
                <a:spcPct val="0"/>
              </a:spcBef>
              <a:spcAft>
                <a:spcPct val="0"/>
              </a:spcAft>
              <a:buClrTx/>
              <a:buSzTx/>
              <a:tabLst/>
            </a:pPr>
            <a:r>
              <a:rPr kumimoji="0" lang="es-CO" altLang="es-CO" sz="1600" b="0" i="0" u="none" strike="noStrike" cap="none" normalizeH="0" baseline="0" dirty="0">
                <a:ln>
                  <a:noFill/>
                </a:ln>
                <a:solidFill>
                  <a:schemeClr val="tx1"/>
                </a:solidFill>
                <a:effectLst/>
                <a:latin typeface="+mn-lt"/>
              </a:rPr>
              <a:t>         -Estandarización de textos y conversión a formato numérico.</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s-CO" altLang="es-CO"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sp>
        <p:nvSpPr>
          <p:cNvPr id="97" name="Google Shape;97;g35cbccde106_1_7"/>
          <p:cNvSpPr txBox="1"/>
          <p:nvPr/>
        </p:nvSpPr>
        <p:spPr>
          <a:xfrm>
            <a:off x="3117437" y="142209"/>
            <a:ext cx="8982300" cy="584735"/>
          </a:xfrm>
          <a:prstGeom prst="rect">
            <a:avLst/>
          </a:prstGeom>
          <a:noFill/>
          <a:ln>
            <a:noFill/>
          </a:ln>
        </p:spPr>
        <p:txBody>
          <a:bodyPr spcFirstLastPara="1" wrap="square" lIns="91425" tIns="45700" rIns="91425" bIns="45700" anchor="t" anchorCtr="0">
            <a:spAutoFit/>
          </a:bodyPr>
          <a:lstStyle/>
          <a:p>
            <a:pPr lvl="0"/>
            <a:r>
              <a:rPr lang="es-CO" sz="3200" b="1" dirty="0"/>
              <a:t>Visualizaciones Principales </a:t>
            </a:r>
            <a:endParaRPr sz="3000" b="1" dirty="0">
              <a:solidFill>
                <a:schemeClr val="dk1"/>
              </a:solidFill>
            </a:endParaRPr>
          </a:p>
        </p:txBody>
      </p:sp>
      <p:pic>
        <p:nvPicPr>
          <p:cNvPr id="2052" name="Picture 4">
            <a:extLst>
              <a:ext uri="{FF2B5EF4-FFF2-40B4-BE49-F238E27FC236}">
                <a16:creationId xmlns:a16="http://schemas.microsoft.com/office/drawing/2014/main" id="{B0097630-C5B4-2467-22CA-17339487E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1460" y="1942380"/>
            <a:ext cx="6895209" cy="4355646"/>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8655A0BD-DF20-888F-1581-F14979E1E63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52820" y="3744793"/>
            <a:ext cx="4377418" cy="215161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4FB9BE7-5463-ECCB-FB1B-121B2769A97D}"/>
              </a:ext>
            </a:extLst>
          </p:cNvPr>
          <p:cNvSpPr txBox="1"/>
          <p:nvPr/>
        </p:nvSpPr>
        <p:spPr>
          <a:xfrm>
            <a:off x="363350" y="857248"/>
            <a:ext cx="6379029" cy="738664"/>
          </a:xfrm>
          <a:prstGeom prst="rect">
            <a:avLst/>
          </a:prstGeom>
          <a:noFill/>
        </p:spPr>
        <p:txBody>
          <a:bodyPr wrap="square" rtlCol="0">
            <a:spAutoFit/>
          </a:bodyPr>
          <a:lstStyle/>
          <a:p>
            <a:r>
              <a:rPr lang="es-ES" b="1" dirty="0"/>
              <a:t>Mapa de valores faltantes</a:t>
            </a:r>
            <a:endParaRPr lang="es-ES" dirty="0"/>
          </a:p>
          <a:p>
            <a:r>
              <a:rPr lang="es-ES" dirty="0"/>
              <a:t>No se observan valores faltantes; el </a:t>
            </a:r>
            <a:r>
              <a:rPr lang="es-ES" dirty="0" err="1"/>
              <a:t>dataset</a:t>
            </a:r>
            <a:r>
              <a:rPr lang="es-ES" dirty="0"/>
              <a:t> quedó completamente limpio tras la depuración.</a:t>
            </a:r>
            <a:endParaRPr lang="es-CO" dirty="0"/>
          </a:p>
        </p:txBody>
      </p:sp>
      <p:sp>
        <p:nvSpPr>
          <p:cNvPr id="6" name="CuadroTexto 5">
            <a:extLst>
              <a:ext uri="{FF2B5EF4-FFF2-40B4-BE49-F238E27FC236}">
                <a16:creationId xmlns:a16="http://schemas.microsoft.com/office/drawing/2014/main" id="{FC5CA8EC-E94E-4D72-5D76-06239EDB100F}"/>
              </a:ext>
            </a:extLst>
          </p:cNvPr>
          <p:cNvSpPr txBox="1"/>
          <p:nvPr/>
        </p:nvSpPr>
        <p:spPr>
          <a:xfrm>
            <a:off x="7740611" y="2075647"/>
            <a:ext cx="3801835" cy="954107"/>
          </a:xfrm>
          <a:prstGeom prst="rect">
            <a:avLst/>
          </a:prstGeom>
          <a:noFill/>
        </p:spPr>
        <p:txBody>
          <a:bodyPr wrap="square">
            <a:spAutoFit/>
          </a:bodyPr>
          <a:lstStyle/>
          <a:p>
            <a:pPr>
              <a:buNone/>
            </a:pPr>
            <a:r>
              <a:rPr lang="es-ES" b="1" dirty="0"/>
              <a:t>Distribución de </a:t>
            </a:r>
            <a:r>
              <a:rPr lang="es-ES" b="1" dirty="0" err="1">
                <a:latin typeface="Courier New" panose="02070309020205020404" pitchFamily="49" charset="0"/>
              </a:rPr>
              <a:t>age</a:t>
            </a:r>
            <a:endParaRPr lang="es-ES" dirty="0"/>
          </a:p>
          <a:p>
            <a:pPr>
              <a:buNone/>
            </a:pPr>
            <a:r>
              <a:rPr lang="es-ES" dirty="0"/>
              <a:t>La mayoría de los registros están entre </a:t>
            </a:r>
            <a:r>
              <a:rPr lang="es-ES" b="1" dirty="0"/>
              <a:t>25 y 50 años</a:t>
            </a:r>
            <a:r>
              <a:rPr lang="es-ES" dirty="0"/>
              <a:t>, reflejando población en edad laboral activa..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pic>
        <p:nvPicPr>
          <p:cNvPr id="3074" name="Picture 2">
            <a:extLst>
              <a:ext uri="{FF2B5EF4-FFF2-40B4-BE49-F238E27FC236}">
                <a16:creationId xmlns:a16="http://schemas.microsoft.com/office/drawing/2014/main" id="{E2BE27DC-B627-BE33-8EA0-7D37F8A79AA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2811" y="2355972"/>
            <a:ext cx="6325961" cy="312294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B3A3925-D5A8-FDCC-D292-8D67E7DE455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67524" y="3043721"/>
            <a:ext cx="4954361" cy="2435194"/>
          </a:xfrm>
          <a:prstGeom prst="rect">
            <a:avLst/>
          </a:prstGeom>
          <a:noFill/>
          <a:extLst>
            <a:ext uri="{909E8E84-426E-40DD-AFC4-6F175D3DCCD1}">
              <a14:hiddenFill xmlns:a14="http://schemas.microsoft.com/office/drawing/2010/main">
                <a:solidFill>
                  <a:srgbClr val="FFFFFF"/>
                </a:solidFill>
              </a14:hiddenFill>
            </a:ext>
          </a:extLst>
        </p:spPr>
      </p:pic>
      <p:sp>
        <p:nvSpPr>
          <p:cNvPr id="5" name="CuadroTexto 4">
            <a:extLst>
              <a:ext uri="{FF2B5EF4-FFF2-40B4-BE49-F238E27FC236}">
                <a16:creationId xmlns:a16="http://schemas.microsoft.com/office/drawing/2014/main" id="{EC956A0D-DA17-A5CF-1CC7-AAC21FD447A3}"/>
              </a:ext>
            </a:extLst>
          </p:cNvPr>
          <p:cNvSpPr txBox="1"/>
          <p:nvPr/>
        </p:nvSpPr>
        <p:spPr>
          <a:xfrm>
            <a:off x="544286" y="902031"/>
            <a:ext cx="6096000" cy="954107"/>
          </a:xfrm>
          <a:prstGeom prst="rect">
            <a:avLst/>
          </a:prstGeom>
          <a:noFill/>
        </p:spPr>
        <p:txBody>
          <a:bodyPr wrap="square">
            <a:spAutoFit/>
          </a:bodyPr>
          <a:lstStyle/>
          <a:p>
            <a:pPr>
              <a:buNone/>
            </a:pPr>
            <a:r>
              <a:rPr lang="es-ES" b="1" dirty="0"/>
              <a:t>Distribución de </a:t>
            </a:r>
            <a:r>
              <a:rPr lang="es-ES" b="1" dirty="0" err="1">
                <a:latin typeface="Courier New" panose="02070309020205020404" pitchFamily="49" charset="0"/>
              </a:rPr>
              <a:t>education</a:t>
            </a:r>
            <a:endParaRPr lang="es-ES" b="1" dirty="0">
              <a:latin typeface="Courier New" panose="02070309020205020404" pitchFamily="49" charset="0"/>
            </a:endParaRPr>
          </a:p>
          <a:p>
            <a:pPr>
              <a:buNone/>
            </a:pPr>
            <a:endParaRPr lang="es-ES" dirty="0"/>
          </a:p>
          <a:p>
            <a:pPr>
              <a:buNone/>
            </a:pPr>
            <a:r>
              <a:rPr lang="es-ES" dirty="0"/>
              <a:t>Predominan los niveles educativos </a:t>
            </a:r>
            <a:r>
              <a:rPr lang="es-ES" b="1" dirty="0" err="1"/>
              <a:t>hs-grad</a:t>
            </a:r>
            <a:r>
              <a:rPr lang="es-ES" dirty="0"/>
              <a:t>, </a:t>
            </a:r>
            <a:r>
              <a:rPr lang="es-ES" b="1" dirty="0" err="1"/>
              <a:t>some-college</a:t>
            </a:r>
            <a:r>
              <a:rPr lang="es-ES" dirty="0"/>
              <a:t> y </a:t>
            </a:r>
            <a:r>
              <a:rPr lang="es-ES" b="1" dirty="0" err="1"/>
              <a:t>bachelors</a:t>
            </a:r>
            <a:r>
              <a:rPr lang="es-ES" dirty="0"/>
              <a:t>, es decir, educación media o superior.</a:t>
            </a:r>
          </a:p>
        </p:txBody>
      </p:sp>
      <p:sp>
        <p:nvSpPr>
          <p:cNvPr id="7" name="CuadroTexto 6">
            <a:extLst>
              <a:ext uri="{FF2B5EF4-FFF2-40B4-BE49-F238E27FC236}">
                <a16:creationId xmlns:a16="http://schemas.microsoft.com/office/drawing/2014/main" id="{C5C77D39-FDB0-5D08-EBC2-551C31E6EA1F}"/>
              </a:ext>
            </a:extLst>
          </p:cNvPr>
          <p:cNvSpPr txBox="1"/>
          <p:nvPr/>
        </p:nvSpPr>
        <p:spPr>
          <a:xfrm>
            <a:off x="6843938" y="1856138"/>
            <a:ext cx="5176839" cy="954107"/>
          </a:xfrm>
          <a:prstGeom prst="rect">
            <a:avLst/>
          </a:prstGeom>
          <a:noFill/>
        </p:spPr>
        <p:txBody>
          <a:bodyPr wrap="square">
            <a:spAutoFit/>
          </a:bodyPr>
          <a:lstStyle/>
          <a:p>
            <a:pPr>
              <a:buNone/>
            </a:pPr>
            <a:r>
              <a:rPr lang="es-ES" b="1" dirty="0" err="1"/>
              <a:t>Boxplot</a:t>
            </a:r>
            <a:r>
              <a:rPr lang="es-ES" b="1" dirty="0"/>
              <a:t> de </a:t>
            </a:r>
            <a:r>
              <a:rPr lang="es-ES" b="1" dirty="0" err="1">
                <a:latin typeface="Courier New" panose="02070309020205020404" pitchFamily="49" charset="0"/>
              </a:rPr>
              <a:t>fnlwgt</a:t>
            </a:r>
            <a:endParaRPr lang="es-ES" b="1" dirty="0">
              <a:latin typeface="Courier New" panose="02070309020205020404" pitchFamily="49" charset="0"/>
            </a:endParaRPr>
          </a:p>
          <a:p>
            <a:pPr>
              <a:buNone/>
            </a:pPr>
            <a:endParaRPr lang="es-ES" dirty="0"/>
          </a:p>
          <a:p>
            <a:pPr>
              <a:buNone/>
            </a:pPr>
            <a:r>
              <a:rPr lang="es-ES" dirty="0"/>
              <a:t>Se evidencian </a:t>
            </a:r>
            <a:r>
              <a:rPr lang="es-ES" b="1" dirty="0" err="1"/>
              <a:t>outliers</a:t>
            </a:r>
            <a:r>
              <a:rPr lang="es-ES" dirty="0"/>
              <a:t> hacia valores altos, indicando fuerte variabilidad en el peso muestral.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pic>
        <p:nvPicPr>
          <p:cNvPr id="4098" name="Picture 2">
            <a:extLst>
              <a:ext uri="{FF2B5EF4-FFF2-40B4-BE49-F238E27FC236}">
                <a16:creationId xmlns:a16="http://schemas.microsoft.com/office/drawing/2014/main" id="{E5F02B86-AD5B-8ABF-3E77-7629E3E40B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19693" y="3007027"/>
            <a:ext cx="6397657" cy="314461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BE0561D4-C2C6-A531-D108-F9965C2D90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476" y="3117094"/>
            <a:ext cx="4689246" cy="2924476"/>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7A4146BC-C9A2-A760-4D1A-C52474D6D963}"/>
              </a:ext>
            </a:extLst>
          </p:cNvPr>
          <p:cNvSpPr txBox="1"/>
          <p:nvPr/>
        </p:nvSpPr>
        <p:spPr>
          <a:xfrm>
            <a:off x="487476" y="1135168"/>
            <a:ext cx="4466770" cy="954107"/>
          </a:xfrm>
          <a:prstGeom prst="rect">
            <a:avLst/>
          </a:prstGeom>
          <a:noFill/>
        </p:spPr>
        <p:txBody>
          <a:bodyPr wrap="square">
            <a:spAutoFit/>
          </a:bodyPr>
          <a:lstStyle/>
          <a:p>
            <a:pPr>
              <a:buNone/>
            </a:pPr>
            <a:r>
              <a:rPr lang="es-ES" b="1" dirty="0"/>
              <a:t>Proporción de </a:t>
            </a:r>
            <a:r>
              <a:rPr lang="es-ES" b="1" dirty="0" err="1">
                <a:latin typeface="Courier New" panose="02070309020205020404" pitchFamily="49" charset="0"/>
              </a:rPr>
              <a:t>marital_status</a:t>
            </a:r>
            <a:endParaRPr lang="es-ES" b="1" dirty="0">
              <a:latin typeface="Courier New" panose="02070309020205020404" pitchFamily="49" charset="0"/>
            </a:endParaRPr>
          </a:p>
          <a:p>
            <a:pPr>
              <a:buNone/>
            </a:pPr>
            <a:endParaRPr lang="es-ES" dirty="0"/>
          </a:p>
          <a:p>
            <a:pPr>
              <a:buNone/>
            </a:pPr>
            <a:r>
              <a:rPr lang="es-ES" dirty="0"/>
              <a:t>Predominan los estados </a:t>
            </a:r>
            <a:r>
              <a:rPr lang="es-ES" b="1" dirty="0" err="1"/>
              <a:t>married-civ-spouse</a:t>
            </a:r>
            <a:r>
              <a:rPr lang="es-ES" dirty="0"/>
              <a:t> y </a:t>
            </a:r>
            <a:r>
              <a:rPr lang="es-ES" b="1" dirty="0" err="1"/>
              <a:t>never-married</a:t>
            </a:r>
            <a:r>
              <a:rPr lang="es-ES" dirty="0"/>
              <a:t>, que suman la mayoría de los casos.</a:t>
            </a:r>
          </a:p>
        </p:txBody>
      </p:sp>
      <p:sp>
        <p:nvSpPr>
          <p:cNvPr id="6" name="CuadroTexto 5">
            <a:extLst>
              <a:ext uri="{FF2B5EF4-FFF2-40B4-BE49-F238E27FC236}">
                <a16:creationId xmlns:a16="http://schemas.microsoft.com/office/drawing/2014/main" id="{B33AA04D-D796-E455-57B7-24C4A1423FC2}"/>
              </a:ext>
            </a:extLst>
          </p:cNvPr>
          <p:cNvSpPr txBox="1"/>
          <p:nvPr/>
        </p:nvSpPr>
        <p:spPr>
          <a:xfrm>
            <a:off x="6218221" y="1350611"/>
            <a:ext cx="4800600" cy="738664"/>
          </a:xfrm>
          <a:prstGeom prst="rect">
            <a:avLst/>
          </a:prstGeom>
          <a:noFill/>
        </p:spPr>
        <p:txBody>
          <a:bodyPr wrap="square">
            <a:spAutoFit/>
          </a:bodyPr>
          <a:lstStyle/>
          <a:p>
            <a:pPr>
              <a:buNone/>
            </a:pPr>
            <a:r>
              <a:rPr lang="es-ES" b="1" dirty="0"/>
              <a:t>Relación </a:t>
            </a:r>
            <a:r>
              <a:rPr lang="es-ES" b="1" dirty="0" err="1">
                <a:latin typeface="Courier New" panose="02070309020205020404" pitchFamily="49" charset="0"/>
              </a:rPr>
              <a:t>age</a:t>
            </a:r>
            <a:r>
              <a:rPr lang="es-ES" b="1" dirty="0"/>
              <a:t> vs </a:t>
            </a:r>
            <a:r>
              <a:rPr lang="es-ES" b="1" dirty="0" err="1">
                <a:latin typeface="Courier New" panose="02070309020205020404" pitchFamily="49" charset="0"/>
              </a:rPr>
              <a:t>capital_gain</a:t>
            </a:r>
            <a:endParaRPr lang="es-ES" dirty="0"/>
          </a:p>
          <a:p>
            <a:pPr>
              <a:buNone/>
            </a:pPr>
            <a:r>
              <a:rPr lang="es-ES" dirty="0"/>
              <a:t>La mayoría de las ganancias de capital son </a:t>
            </a:r>
            <a:r>
              <a:rPr lang="es-ES" b="1" dirty="0"/>
              <a:t>0</a:t>
            </a:r>
            <a:r>
              <a:rPr lang="es-ES" dirty="0"/>
              <a:t>, sin tendencia clara; relación </a:t>
            </a:r>
            <a:r>
              <a:rPr lang="es-ES" b="1" dirty="0"/>
              <a:t>lineal muy débil</a:t>
            </a:r>
            <a:r>
              <a:rPr lang="es-ES"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pic>
        <p:nvPicPr>
          <p:cNvPr id="5122" name="Picture 2">
            <a:extLst>
              <a:ext uri="{FF2B5EF4-FFF2-40B4-BE49-F238E27FC236}">
                <a16:creationId xmlns:a16="http://schemas.microsoft.com/office/drawing/2014/main" id="{0EA1D863-3247-B0A9-6343-435BFF7028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116" y="1472585"/>
            <a:ext cx="5586885" cy="4946781"/>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83956B9C-6457-1E24-5756-EA2B662AFCA9}"/>
              </a:ext>
            </a:extLst>
          </p:cNvPr>
          <p:cNvSpPr txBox="1"/>
          <p:nvPr/>
        </p:nvSpPr>
        <p:spPr>
          <a:xfrm>
            <a:off x="489859" y="277075"/>
            <a:ext cx="5225142" cy="954107"/>
          </a:xfrm>
          <a:prstGeom prst="rect">
            <a:avLst/>
          </a:prstGeom>
          <a:noFill/>
        </p:spPr>
        <p:txBody>
          <a:bodyPr wrap="square">
            <a:spAutoFit/>
          </a:bodyPr>
          <a:lstStyle/>
          <a:p>
            <a:pPr>
              <a:buNone/>
            </a:pPr>
            <a:r>
              <a:rPr lang="es-ES" b="1" dirty="0"/>
              <a:t>Matriz de correlación de Spearman</a:t>
            </a:r>
          </a:p>
          <a:p>
            <a:pPr>
              <a:buNone/>
            </a:pPr>
            <a:endParaRPr lang="es-ES" dirty="0"/>
          </a:p>
          <a:p>
            <a:pPr>
              <a:buNone/>
            </a:pPr>
            <a:r>
              <a:rPr lang="es-ES" dirty="0"/>
              <a:t>Correlaciones moderadas de </a:t>
            </a:r>
            <a:r>
              <a:rPr lang="es-ES" dirty="0" err="1">
                <a:latin typeface="Courier New" panose="02070309020205020404" pitchFamily="49" charset="0"/>
              </a:rPr>
              <a:t>income</a:t>
            </a:r>
            <a:r>
              <a:rPr lang="es-ES" dirty="0"/>
              <a:t> con </a:t>
            </a:r>
            <a:r>
              <a:rPr lang="es-ES" b="1" dirty="0" err="1"/>
              <a:t>education_num</a:t>
            </a:r>
            <a:r>
              <a:rPr lang="es-ES" dirty="0"/>
              <a:t>, </a:t>
            </a:r>
            <a:r>
              <a:rPr lang="es-ES" b="1" dirty="0" err="1"/>
              <a:t>hours_per_week</a:t>
            </a:r>
            <a:r>
              <a:rPr lang="es-ES" dirty="0"/>
              <a:t>, </a:t>
            </a:r>
            <a:r>
              <a:rPr lang="es-ES" b="1" dirty="0" err="1"/>
              <a:t>age</a:t>
            </a:r>
            <a:r>
              <a:rPr lang="es-ES" dirty="0"/>
              <a:t> y </a:t>
            </a:r>
            <a:r>
              <a:rPr lang="es-ES" b="1" dirty="0" err="1"/>
              <a:t>capital_gain</a:t>
            </a:r>
            <a:r>
              <a:rPr lang="es-ES" dirty="0"/>
              <a:t>; ninguna muy alta</a:t>
            </a:r>
          </a:p>
        </p:txBody>
      </p:sp>
      <p:pic>
        <p:nvPicPr>
          <p:cNvPr id="5" name="Picture 4">
            <a:extLst>
              <a:ext uri="{FF2B5EF4-FFF2-40B4-BE49-F238E27FC236}">
                <a16:creationId xmlns:a16="http://schemas.microsoft.com/office/drawing/2014/main" id="{5457A7B1-061B-169B-E0AF-E2E2E56B4E6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81726" y="2911128"/>
            <a:ext cx="5619750" cy="276225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F163F70-6528-B299-96D8-881D261A3C83}"/>
              </a:ext>
            </a:extLst>
          </p:cNvPr>
          <p:cNvSpPr txBox="1"/>
          <p:nvPr/>
        </p:nvSpPr>
        <p:spPr>
          <a:xfrm>
            <a:off x="6097588" y="1591233"/>
            <a:ext cx="6096000" cy="954107"/>
          </a:xfrm>
          <a:prstGeom prst="rect">
            <a:avLst/>
          </a:prstGeom>
          <a:noFill/>
        </p:spPr>
        <p:txBody>
          <a:bodyPr wrap="square">
            <a:spAutoFit/>
          </a:bodyPr>
          <a:lstStyle/>
          <a:p>
            <a:pPr>
              <a:buNone/>
            </a:pPr>
            <a:r>
              <a:rPr lang="es-ES" b="1" dirty="0"/>
              <a:t>Regresión lineal (valores reales vs predichos)</a:t>
            </a:r>
          </a:p>
          <a:p>
            <a:pPr>
              <a:buNone/>
            </a:pPr>
            <a:endParaRPr lang="es-ES" dirty="0"/>
          </a:p>
          <a:p>
            <a:pPr>
              <a:buNone/>
            </a:pPr>
            <a:r>
              <a:rPr lang="es-ES" dirty="0"/>
              <a:t>Los puntos se concentran lejos de la línea ideal; el modelo muestra </a:t>
            </a:r>
            <a:r>
              <a:rPr lang="es-ES" b="1" dirty="0"/>
              <a:t>bajo poder predictivo</a:t>
            </a:r>
            <a:r>
              <a:rPr lang="es-ES" dirty="0"/>
              <a:t> entre </a:t>
            </a:r>
            <a:r>
              <a:rPr lang="es-ES" dirty="0" err="1">
                <a:latin typeface="Courier New" panose="02070309020205020404" pitchFamily="49" charset="0"/>
              </a:rPr>
              <a:t>age</a:t>
            </a:r>
            <a:r>
              <a:rPr lang="es-ES" dirty="0"/>
              <a:t> y </a:t>
            </a:r>
            <a:r>
              <a:rPr lang="es-ES" dirty="0" err="1">
                <a:latin typeface="Courier New" panose="02070309020205020404" pitchFamily="49" charset="0"/>
              </a:rPr>
              <a:t>capital_gain</a:t>
            </a:r>
            <a:r>
              <a:rPr lang="es-ES" dirty="0"/>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557D10-4F22-D994-9A9D-DC19D2BF91E2}"/>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056E47A8-2842-9F78-42BA-4BB30BBB8F8F}"/>
              </a:ext>
            </a:extLst>
          </p:cNvPr>
          <p:cNvSpPr txBox="1"/>
          <p:nvPr/>
        </p:nvSpPr>
        <p:spPr>
          <a:xfrm>
            <a:off x="599508" y="915182"/>
            <a:ext cx="10994571" cy="4524315"/>
          </a:xfrm>
          <a:prstGeom prst="rect">
            <a:avLst/>
          </a:prstGeom>
          <a:noFill/>
        </p:spPr>
        <p:txBody>
          <a:bodyPr wrap="square">
            <a:spAutoFit/>
          </a:bodyPr>
          <a:lstStyle/>
          <a:p>
            <a:r>
              <a:rPr lang="es-ES" sz="2000" b="1" dirty="0"/>
              <a:t>Predicción y Hallazgos</a:t>
            </a:r>
          </a:p>
          <a:p>
            <a:endParaRPr lang="es-ES" sz="1800" dirty="0"/>
          </a:p>
          <a:p>
            <a:r>
              <a:rPr lang="es-ES" sz="1800" dirty="0"/>
              <a:t>Modelo predictivo:</a:t>
            </a:r>
            <a:br>
              <a:rPr lang="es-ES" sz="1800" dirty="0"/>
            </a:br>
            <a:r>
              <a:rPr lang="es-ES" sz="1800" dirty="0"/>
              <a:t>Regresión Lineal Simple → </a:t>
            </a:r>
            <a:r>
              <a:rPr lang="es-ES" sz="1800" dirty="0" err="1"/>
              <a:t>capital_gain</a:t>
            </a:r>
            <a:r>
              <a:rPr lang="es-ES" sz="1800" dirty="0"/>
              <a:t> ~ </a:t>
            </a:r>
            <a:r>
              <a:rPr lang="es-ES" sz="1800" dirty="0" err="1"/>
              <a:t>age</a:t>
            </a:r>
            <a:br>
              <a:rPr lang="es-ES" sz="1800" dirty="0"/>
            </a:br>
            <a:r>
              <a:rPr lang="es-ES" sz="1800" dirty="0"/>
              <a:t>Transformación usada: log(1 + </a:t>
            </a:r>
            <a:r>
              <a:rPr lang="es-ES" sz="1800" dirty="0" err="1"/>
              <a:t>capital_gain</a:t>
            </a:r>
            <a:r>
              <a:rPr lang="es-ES" sz="1800" dirty="0"/>
              <a:t>) para suavizar la distribución.</a:t>
            </a:r>
          </a:p>
          <a:p>
            <a:r>
              <a:rPr lang="es-ES" sz="1800" dirty="0"/>
              <a:t>Resultados principales:</a:t>
            </a:r>
          </a:p>
          <a:p>
            <a:endParaRPr lang="es-ES" sz="1800" dirty="0"/>
          </a:p>
          <a:p>
            <a:r>
              <a:rPr lang="es-ES" sz="1800" dirty="0"/>
              <a:t>R² bajo: la edad explica solo una pequeña parte de las ganancias de capital.</a:t>
            </a:r>
          </a:p>
          <a:p>
            <a:r>
              <a:rPr lang="es-ES" sz="1800" dirty="0"/>
              <a:t>MSE y RMSE moderados → errores considerables en las predicciones.</a:t>
            </a:r>
          </a:p>
          <a:p>
            <a:r>
              <a:rPr lang="es-ES" sz="1800" dirty="0"/>
              <a:t>Coeficiente positivo: indica que, en promedio, a mayor edad, aumentan ligeramente las ganancias de capital, aunque el efecto es débil.</a:t>
            </a:r>
          </a:p>
          <a:p>
            <a:r>
              <a:rPr lang="es-ES" sz="1800" dirty="0"/>
              <a:t>Interpretación:</a:t>
            </a:r>
          </a:p>
          <a:p>
            <a:br>
              <a:rPr lang="es-ES" sz="1800" dirty="0"/>
            </a:br>
            <a:r>
              <a:rPr lang="es-ES" sz="1800" dirty="0"/>
              <a:t>El modelo sí encuentra una relación lineal positiva, pero la capacidad predictiva es limitada.</a:t>
            </a:r>
            <a:br>
              <a:rPr lang="es-ES" sz="1800" dirty="0"/>
            </a:br>
            <a:r>
              <a:rPr lang="es-ES" sz="1800" dirty="0"/>
              <a:t>Responde la pregunta de investigación concluyendo que la edad influye en las ganancias de capital, pero no es un buen predictor por sí sola.</a:t>
            </a:r>
          </a:p>
        </p:txBody>
      </p:sp>
    </p:spTree>
    <p:extLst>
      <p:ext uri="{BB962C8B-B14F-4D97-AF65-F5344CB8AC3E}">
        <p14:creationId xmlns:p14="http://schemas.microsoft.com/office/powerpoint/2010/main" val="2174588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ADC0C-A610-FBF2-FE3B-89EF2E8CFD93}"/>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64DC8D57-3005-BBE4-7069-ED6C434274BF}"/>
              </a:ext>
            </a:extLst>
          </p:cNvPr>
          <p:cNvSpPr txBox="1"/>
          <p:nvPr/>
        </p:nvSpPr>
        <p:spPr>
          <a:xfrm>
            <a:off x="599508" y="915182"/>
            <a:ext cx="10994571" cy="4247317"/>
          </a:xfrm>
          <a:prstGeom prst="rect">
            <a:avLst/>
          </a:prstGeom>
          <a:noFill/>
        </p:spPr>
        <p:txBody>
          <a:bodyPr wrap="square">
            <a:spAutoFit/>
          </a:bodyPr>
          <a:lstStyle/>
          <a:p>
            <a:r>
              <a:rPr lang="es-ES" sz="2000" b="1" dirty="0"/>
              <a:t>Limitaciones y Restricciones</a:t>
            </a:r>
          </a:p>
          <a:p>
            <a:endParaRPr lang="es-ES" sz="1800" dirty="0"/>
          </a:p>
          <a:p>
            <a:r>
              <a:rPr lang="es-ES" sz="1800" dirty="0"/>
              <a:t>Limitaciones del </a:t>
            </a:r>
            <a:r>
              <a:rPr lang="es-ES" sz="1800" dirty="0" err="1"/>
              <a:t>dataset</a:t>
            </a:r>
            <a:r>
              <a:rPr lang="es-ES" sz="1800" dirty="0"/>
              <a:t> y el modelo:</a:t>
            </a:r>
          </a:p>
          <a:p>
            <a:r>
              <a:rPr lang="es-ES" sz="1800" dirty="0"/>
              <a:t>Alta concentración de ceros en </a:t>
            </a:r>
            <a:r>
              <a:rPr lang="es-ES" sz="1800" dirty="0" err="1"/>
              <a:t>capital_gain</a:t>
            </a:r>
            <a:r>
              <a:rPr lang="es-ES" sz="1800" dirty="0"/>
              <a:t>, lo que dificulta un ajuste lineal preciso.</a:t>
            </a:r>
          </a:p>
          <a:p>
            <a:r>
              <a:rPr lang="es-ES" sz="1800" dirty="0"/>
              <a:t>Solo una variable predictora (</a:t>
            </a:r>
            <a:r>
              <a:rPr lang="es-ES" sz="1800" dirty="0" err="1"/>
              <a:t>age</a:t>
            </a:r>
            <a:r>
              <a:rPr lang="es-ES" sz="1800" dirty="0"/>
              <a:t>), sin incluir otros factores relevantes como educación o tipo de trabajo.</a:t>
            </a:r>
          </a:p>
          <a:p>
            <a:r>
              <a:rPr lang="es-ES" sz="1800" dirty="0"/>
              <a:t>R² bajo, indicando que la edad explica muy poco la variabilidad real.</a:t>
            </a:r>
          </a:p>
          <a:p>
            <a:endParaRPr lang="es-ES" sz="1800" dirty="0"/>
          </a:p>
          <a:p>
            <a:r>
              <a:rPr lang="es-ES" sz="1800" dirty="0"/>
              <a:t>Sesgo de género e ingreso: mayoría de hombres y personas con ingresos ≤50K.</a:t>
            </a:r>
          </a:p>
          <a:p>
            <a:r>
              <a:rPr lang="es-ES" sz="1800" dirty="0"/>
              <a:t>Suposición de linealidad: el modelo ignora relaciones no lineales o interacciones complejas.</a:t>
            </a:r>
          </a:p>
          <a:p>
            <a:endParaRPr lang="es-ES" sz="1800" dirty="0"/>
          </a:p>
          <a:p>
            <a:r>
              <a:rPr lang="es-ES" sz="1800" dirty="0"/>
              <a:t>Recomendaciones para futuros análisis:</a:t>
            </a:r>
          </a:p>
          <a:p>
            <a:r>
              <a:rPr lang="es-ES" sz="1800" dirty="0"/>
              <a:t>Incluir más variables (educación, horas trabajadas, ocupación).</a:t>
            </a:r>
          </a:p>
          <a:p>
            <a:r>
              <a:rPr lang="es-ES" sz="1800" dirty="0"/>
              <a:t>Probar modelos más robustos: regresión múltiple, árboles de decisión o redes neuronales.</a:t>
            </a:r>
          </a:p>
          <a:p>
            <a:r>
              <a:rPr lang="es-ES" sz="1800" dirty="0"/>
              <a:t>Balancear el </a:t>
            </a:r>
            <a:r>
              <a:rPr lang="es-ES" sz="1800" dirty="0" err="1"/>
              <a:t>dataset</a:t>
            </a:r>
            <a:r>
              <a:rPr lang="es-ES" sz="1800" dirty="0"/>
              <a:t> y aplicar transformaciones adicionales para reducir sesgos y mejorar la capacidad predictiva.</a:t>
            </a:r>
          </a:p>
        </p:txBody>
      </p:sp>
    </p:spTree>
    <p:extLst>
      <p:ext uri="{BB962C8B-B14F-4D97-AF65-F5344CB8AC3E}">
        <p14:creationId xmlns:p14="http://schemas.microsoft.com/office/powerpoint/2010/main" val="42133605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2BF01-BD00-DA31-4615-ADEFF00CCAC1}"/>
            </a:ext>
          </a:extLst>
        </p:cNvPr>
        <p:cNvGrpSpPr/>
        <p:nvPr/>
      </p:nvGrpSpPr>
      <p:grpSpPr>
        <a:xfrm>
          <a:off x="0" y="0"/>
          <a:ext cx="0" cy="0"/>
          <a:chOff x="0" y="0"/>
          <a:chExt cx="0" cy="0"/>
        </a:xfrm>
      </p:grpSpPr>
      <p:sp>
        <p:nvSpPr>
          <p:cNvPr id="4" name="CuadroTexto 3">
            <a:extLst>
              <a:ext uri="{FF2B5EF4-FFF2-40B4-BE49-F238E27FC236}">
                <a16:creationId xmlns:a16="http://schemas.microsoft.com/office/drawing/2014/main" id="{21D59EB0-85C4-CA69-7E3E-A9F76B3A8464}"/>
              </a:ext>
            </a:extLst>
          </p:cNvPr>
          <p:cNvSpPr txBox="1"/>
          <p:nvPr/>
        </p:nvSpPr>
        <p:spPr>
          <a:xfrm>
            <a:off x="1012371" y="1100239"/>
            <a:ext cx="9350827" cy="3416320"/>
          </a:xfrm>
          <a:prstGeom prst="rect">
            <a:avLst/>
          </a:prstGeom>
          <a:noFill/>
        </p:spPr>
        <p:txBody>
          <a:bodyPr wrap="square">
            <a:spAutoFit/>
          </a:bodyPr>
          <a:lstStyle/>
          <a:p>
            <a:r>
              <a:rPr lang="es-ES" sz="2000" b="1" dirty="0"/>
              <a:t>Patrones y hallazgos clave:</a:t>
            </a:r>
          </a:p>
          <a:p>
            <a:endParaRPr lang="es-ES" sz="1800" dirty="0"/>
          </a:p>
          <a:p>
            <a:pPr marL="285750" indent="-285750">
              <a:buFont typeface="Arial" panose="020B0604020202020204" pitchFamily="34" charset="0"/>
              <a:buChar char="•"/>
            </a:pPr>
            <a:r>
              <a:rPr lang="es-ES" sz="1800" dirty="0"/>
              <a:t>No se presentan valores faltantes después de la limpieza.</a:t>
            </a:r>
          </a:p>
          <a:p>
            <a:pPr marL="285750" indent="-285750">
              <a:buFont typeface="Arial" panose="020B0604020202020204" pitchFamily="34" charset="0"/>
              <a:buChar char="•"/>
            </a:pPr>
            <a:r>
              <a:rPr lang="es-ES" sz="1800" dirty="0"/>
              <a:t>Se identificaron </a:t>
            </a:r>
            <a:r>
              <a:rPr lang="es-ES" sz="1800" dirty="0" err="1"/>
              <a:t>outliers</a:t>
            </a:r>
            <a:r>
              <a:rPr lang="es-ES" sz="1800" dirty="0"/>
              <a:t> en </a:t>
            </a:r>
            <a:r>
              <a:rPr lang="es-ES" sz="1800" dirty="0" err="1"/>
              <a:t>fnlwgt</a:t>
            </a:r>
            <a:r>
              <a:rPr lang="es-ES" sz="1800" dirty="0"/>
              <a:t> y </a:t>
            </a:r>
            <a:r>
              <a:rPr lang="es-ES" sz="1800" dirty="0" err="1"/>
              <a:t>capital_gain</a:t>
            </a:r>
            <a:r>
              <a:rPr lang="es-ES" sz="1800" dirty="0"/>
              <a:t>, especialmente valores muy altos.</a:t>
            </a:r>
          </a:p>
          <a:p>
            <a:pPr marL="285750" indent="-285750">
              <a:buFont typeface="Arial" panose="020B0604020202020204" pitchFamily="34" charset="0"/>
              <a:buChar char="•"/>
            </a:pPr>
            <a:r>
              <a:rPr lang="es-ES" sz="1800" dirty="0"/>
              <a:t>La variable </a:t>
            </a:r>
            <a:r>
              <a:rPr lang="es-ES" sz="1800" dirty="0" err="1"/>
              <a:t>capital_gain</a:t>
            </a:r>
            <a:r>
              <a:rPr lang="es-ES" sz="1800" dirty="0"/>
              <a:t> tiene una distribución muy sesgada (muchos ceros y pocos valores extremos).</a:t>
            </a:r>
          </a:p>
          <a:p>
            <a:pPr marL="285750" indent="-285750">
              <a:buFont typeface="Arial" panose="020B0604020202020204" pitchFamily="34" charset="0"/>
              <a:buChar char="•"/>
            </a:pPr>
            <a:r>
              <a:rPr lang="es-ES" sz="1800" dirty="0"/>
              <a:t>Las correlaciones más relevantes con </a:t>
            </a:r>
            <a:r>
              <a:rPr lang="es-ES" sz="1800" dirty="0" err="1"/>
              <a:t>income</a:t>
            </a:r>
            <a:r>
              <a:rPr lang="es-ES" sz="1800" dirty="0"/>
              <a:t> fueron </a:t>
            </a:r>
            <a:r>
              <a:rPr lang="es-ES" sz="1800" dirty="0" err="1"/>
              <a:t>education_num</a:t>
            </a:r>
            <a:r>
              <a:rPr lang="es-ES" sz="1800" dirty="0"/>
              <a:t>, </a:t>
            </a:r>
            <a:r>
              <a:rPr lang="es-ES" sz="1800" dirty="0" err="1"/>
              <a:t>hours_per_week</a:t>
            </a:r>
            <a:r>
              <a:rPr lang="es-ES" sz="1800" dirty="0"/>
              <a:t>, </a:t>
            </a:r>
            <a:r>
              <a:rPr lang="es-ES" sz="1800" dirty="0" err="1"/>
              <a:t>age</a:t>
            </a:r>
            <a:r>
              <a:rPr lang="es-ES" sz="1800" dirty="0"/>
              <a:t> y </a:t>
            </a:r>
            <a:r>
              <a:rPr lang="es-ES" sz="1800" dirty="0" err="1"/>
              <a:t>capital_gain</a:t>
            </a:r>
            <a:r>
              <a:rPr lang="es-ES" sz="1800" dirty="0"/>
              <a:t>.</a:t>
            </a:r>
          </a:p>
          <a:p>
            <a:pPr marL="285750" indent="-285750">
              <a:buFont typeface="Arial" panose="020B0604020202020204" pitchFamily="34" charset="0"/>
              <a:buChar char="•"/>
            </a:pPr>
            <a:r>
              <a:rPr lang="es-ES" sz="1800" dirty="0"/>
              <a:t>El patrón general indica que mayor educación, más horas trabajadas y mayor edad se asocian con mayores ingresos.</a:t>
            </a:r>
          </a:p>
          <a:p>
            <a:pPr marL="285750" indent="-285750">
              <a:buFont typeface="Arial" panose="020B0604020202020204" pitchFamily="34" charset="0"/>
              <a:buChar char="•"/>
            </a:pPr>
            <a:r>
              <a:rPr lang="es-ES" sz="1800" dirty="0"/>
              <a:t>Entre </a:t>
            </a:r>
            <a:r>
              <a:rPr lang="es-ES" sz="1800" dirty="0" err="1"/>
              <a:t>age</a:t>
            </a:r>
            <a:r>
              <a:rPr lang="es-ES" sz="1800" dirty="0"/>
              <a:t> y </a:t>
            </a:r>
            <a:r>
              <a:rPr lang="es-ES" sz="1800" dirty="0" err="1"/>
              <a:t>capital_gain</a:t>
            </a:r>
            <a:r>
              <a:rPr lang="es-ES" sz="1800" dirty="0"/>
              <a:t> se observa una relación positiva débil, coherente con el resultado de la regresión.</a:t>
            </a:r>
          </a:p>
        </p:txBody>
      </p:sp>
    </p:spTree>
    <p:extLst>
      <p:ext uri="{BB962C8B-B14F-4D97-AF65-F5344CB8AC3E}">
        <p14:creationId xmlns:p14="http://schemas.microsoft.com/office/powerpoint/2010/main" val="28503712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CEEFD44-95B4-BBE9-15E3-AD21C1E600A6}"/>
              </a:ext>
            </a:extLst>
          </p:cNvPr>
          <p:cNvSpPr txBox="1"/>
          <p:nvPr/>
        </p:nvSpPr>
        <p:spPr>
          <a:xfrm>
            <a:off x="1251857" y="1405039"/>
            <a:ext cx="8316685" cy="3108543"/>
          </a:xfrm>
          <a:prstGeom prst="rect">
            <a:avLst/>
          </a:prstGeom>
          <a:noFill/>
        </p:spPr>
        <p:txBody>
          <a:bodyPr wrap="square">
            <a:spAutoFit/>
          </a:bodyPr>
          <a:lstStyle/>
          <a:p>
            <a:pPr>
              <a:buNone/>
            </a:pPr>
            <a:r>
              <a:rPr lang="es-ES" sz="2000" b="1" dirty="0"/>
              <a:t>Conclusiones</a:t>
            </a:r>
          </a:p>
          <a:p>
            <a:pPr>
              <a:buNone/>
            </a:pPr>
            <a:endParaRPr lang="es-ES" b="1" dirty="0"/>
          </a:p>
          <a:p>
            <a:pPr>
              <a:buNone/>
            </a:pPr>
            <a:r>
              <a:rPr lang="es-ES" sz="1800" dirty="0"/>
              <a:t>El modelo de regresión lineal aplicado mostró que existe una relación positiva pero débil entre la edad y las ganancias de capital. El valor bajo de R² indica que la edad explica solo una pequeña parte de la variabilidad de </a:t>
            </a:r>
            <a:r>
              <a:rPr lang="es-ES" sz="1800" dirty="0" err="1"/>
              <a:t>capital_gain</a:t>
            </a:r>
            <a:r>
              <a:rPr lang="es-ES" sz="1800" dirty="0"/>
              <a:t>, por lo que no es un buen predictor por sí sola. Los resultados sugieren que las ganancias de capital dependen más de factores como el nivel educativo, el tipo de trabajo o las horas laboradas. Aunque el modelo tiene poca capacidad predictiva, es útil como análisis exploratorio para comprender la tendencia general y sirve como base para futuros estudios con más variables y modelos más complejos.</a:t>
            </a:r>
          </a:p>
        </p:txBody>
      </p:sp>
    </p:spTree>
    <p:extLst>
      <p:ext uri="{BB962C8B-B14F-4D97-AF65-F5344CB8AC3E}">
        <p14:creationId xmlns:p14="http://schemas.microsoft.com/office/powerpoint/2010/main" val="1678329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3"/>
          <p:cNvSpPr txBox="1"/>
          <p:nvPr/>
        </p:nvSpPr>
        <p:spPr>
          <a:xfrm>
            <a:off x="1130710" y="648929"/>
            <a:ext cx="9852000" cy="441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s-CO" sz="2266">
                <a:solidFill>
                  <a:schemeClr val="dk1"/>
                </a:solidFill>
                <a:latin typeface="Calibri"/>
                <a:ea typeface="Calibri"/>
                <a:cs typeface="Calibri"/>
                <a:sym typeface="Calibri"/>
              </a:rPr>
              <a:t>REFERENCIAS:</a:t>
            </a:r>
            <a:endParaRPr sz="2266">
              <a:solidFill>
                <a:schemeClr val="dk1"/>
              </a:solidFill>
              <a:latin typeface="Calibri"/>
              <a:ea typeface="Calibri"/>
              <a:cs typeface="Calibri"/>
              <a:sym typeface="Calibri"/>
            </a:endParaRPr>
          </a:p>
        </p:txBody>
      </p:sp>
      <p:sp>
        <p:nvSpPr>
          <p:cNvPr id="2" name="CuadroTexto 1">
            <a:extLst>
              <a:ext uri="{FF2B5EF4-FFF2-40B4-BE49-F238E27FC236}">
                <a16:creationId xmlns:a16="http://schemas.microsoft.com/office/drawing/2014/main" id="{7C5D0F9B-3FCD-7C95-AE2F-9E7A4EA02BEB}"/>
              </a:ext>
            </a:extLst>
          </p:cNvPr>
          <p:cNvSpPr txBox="1"/>
          <p:nvPr/>
        </p:nvSpPr>
        <p:spPr>
          <a:xfrm>
            <a:off x="1130710" y="1724246"/>
            <a:ext cx="8619067" cy="738664"/>
          </a:xfrm>
          <a:prstGeom prst="rect">
            <a:avLst/>
          </a:prstGeom>
          <a:noFill/>
        </p:spPr>
        <p:txBody>
          <a:bodyPr wrap="square" rtlCol="0">
            <a:spAutoFit/>
          </a:bodyPr>
          <a:lstStyle/>
          <a:p>
            <a:r>
              <a:rPr lang="es-CO" dirty="0">
                <a:hlinkClick r:id="rId3"/>
              </a:rPr>
              <a:t>archive.ics.uci.edu/ml/machine-</a:t>
            </a:r>
            <a:r>
              <a:rPr lang="es-CO" dirty="0" err="1">
                <a:hlinkClick r:id="rId3"/>
              </a:rPr>
              <a:t>learning</a:t>
            </a:r>
            <a:r>
              <a:rPr lang="es-CO" dirty="0">
                <a:hlinkClick r:id="rId3"/>
              </a:rPr>
              <a:t>-</a:t>
            </a:r>
            <a:r>
              <a:rPr lang="es-CO" dirty="0" err="1">
                <a:hlinkClick r:id="rId3"/>
              </a:rPr>
              <a:t>databases</a:t>
            </a:r>
            <a:r>
              <a:rPr lang="es-CO" dirty="0">
                <a:hlinkClick r:id="rId3"/>
              </a:rPr>
              <a:t>/</a:t>
            </a:r>
            <a:r>
              <a:rPr lang="es-CO" dirty="0" err="1">
                <a:hlinkClick r:id="rId3"/>
              </a:rPr>
              <a:t>adult</a:t>
            </a:r>
            <a:r>
              <a:rPr lang="es-CO" dirty="0">
                <a:hlinkClick r:id="rId3"/>
              </a:rPr>
              <a:t>/</a:t>
            </a:r>
            <a:r>
              <a:rPr lang="es-CO" dirty="0" err="1">
                <a:hlinkClick r:id="rId3"/>
              </a:rPr>
              <a:t>adult.data</a:t>
            </a:r>
            <a:endParaRPr lang="es-CO" dirty="0"/>
          </a:p>
          <a:p>
            <a:endParaRPr lang="es-CO" dirty="0"/>
          </a:p>
          <a:p>
            <a:r>
              <a:rPr lang="en-US" dirty="0">
                <a:hlinkClick r:id="rId4"/>
              </a:rPr>
              <a:t>Adult - UCI Machine Learning Repository</a:t>
            </a:r>
            <a:endParaRPr lang="en-US" dirty="0"/>
          </a:p>
        </p:txBody>
      </p:sp>
    </p:spTree>
  </p:cSld>
  <p:clrMapOvr>
    <a:masterClrMapping/>
  </p:clrMapOvr>
</p:sld>
</file>

<file path=ppt/theme/theme1.xml><?xml version="1.0" encoding="utf-8"?>
<a:theme xmlns:a="http://schemas.openxmlformats.org/drawingml/2006/main" name="Tema de Offic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TotalTime>
  <Words>895</Words>
  <Application>Microsoft Office PowerPoint</Application>
  <PresentationFormat>Personalizado</PresentationFormat>
  <Paragraphs>90</Paragraphs>
  <Slides>12</Slides>
  <Notes>8</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12</vt:i4>
      </vt:variant>
    </vt:vector>
  </HeadingPairs>
  <TitlesOfParts>
    <vt:vector size="16" baseType="lpstr">
      <vt:lpstr>Courier New</vt:lpstr>
      <vt:lpstr>Calibri</vt:lpstr>
      <vt:lpstr>Arial</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Katherine Bello</dc:creator>
  <cp:lastModifiedBy>sofi mendez</cp:lastModifiedBy>
  <cp:revision>7</cp:revision>
  <dcterms:created xsi:type="dcterms:W3CDTF">2020-08-21T13:03:05Z</dcterms:created>
  <dcterms:modified xsi:type="dcterms:W3CDTF">2025-11-13T05:50:16Z</dcterms:modified>
</cp:coreProperties>
</file>